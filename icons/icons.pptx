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64"/>
    <a:srgbClr val="F0C419"/>
    <a:srgbClr val="E8EB6B"/>
    <a:srgbClr val="F29C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6042" y="-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323C-B87E-414F-9533-9E1C0322E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618F6-8C1B-4D1E-B78D-75B150262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EAA7F-235C-4B2A-AE98-9DD931EE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2EC2E-0FB0-45FE-88BA-B2BFB4FD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E246E-AB21-4C5C-9889-0948113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9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A2E5-DD42-45FF-9A7C-2AB29800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EBF73-DA7F-4EC2-85B6-14147DC07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2CC60-76FD-4807-A586-06BF0105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BFB6B-58D1-4ACF-8E29-6043BA8E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B9B56-868C-4BFA-BC41-C2DA312D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6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2E55-5DA1-48C2-9206-AE15E7111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86E19-AD76-434B-A17F-B7F0CDD15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B71B-0C8A-463B-8F1C-96AB25C8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80C9-B5FA-4125-B7E0-9AE79D2E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E1379-6D09-4E54-8FD3-D6E1082B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2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EF6F-2EC5-46EB-94D4-E81D66F9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09259-C891-47CE-AB43-2478ABEFF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AC72D-2B59-4314-8B67-427421641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FBDE7-7B22-4040-97B0-94222394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467DD-86FA-47C0-9E67-F2AC34C8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811F7-1986-4612-9B2E-8A9AB87C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4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A473-2EC3-4AC1-B3CC-53471493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5AF3F-B3E7-4A0B-A884-5725D9EA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9F392-E138-4B6A-A369-52CFDD514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C0C7B-42E6-44C4-9203-0D4FBB7C9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C0A8DF-4C23-41B9-A0EF-962B6E002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6BDD3-B027-4569-8397-118B07A2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3B386-0C72-4551-A882-80A2F99F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127603-DDCB-4F80-A5A4-D258274C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6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1555-4A1F-4E26-B153-776E5336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E0E3E-E2A2-49EE-9C49-DA8B4070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1CDB7-0796-42E6-9945-2B3CAC53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8F51C-A62A-4BA0-9C39-8E2E5154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2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EF957-93BB-434E-A42E-5A92ECD6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668AF-67BF-44A9-8D76-3BD3B913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8BBAB-ACC6-440C-BDAF-3A85CB1E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55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7B3D-1286-489C-9112-AD9C37CB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9C603-D7F9-4E92-A785-E95203501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83AB5-2D33-4D6B-A86D-AB5440710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09568-8E1A-4A04-8A57-65112E80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7BB97-B1E6-406A-8A0C-B526B2DB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81C41-B3F1-46CF-B786-71141FE7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5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FFEB-4AF8-4AE2-9A63-C290747B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A263E-3D0D-4BA3-AE96-3F0A7291E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35839-13D9-4690-A1C0-3A47C1836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06860-2387-4F08-A8EF-E2D53C55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8C034-DFE7-47E5-8BCD-8EA1011D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55E16-D9EC-4D2F-8B78-D50D4462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0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E609-DCF2-490C-AE93-40917133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31EA7-2B5E-4EEC-8D97-10281C055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0B735-427B-4FAC-B086-205A0658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DA298-7700-44B4-B404-8402AAD7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844EB-9FA7-49DD-923F-CA0615FA3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16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60CB3-B14B-4F50-AF4C-49073CDA4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F50DE-B244-4EF4-8CDB-C9C4CD24B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8696A-7F40-4652-A691-5E2A4C6C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7A3FC-C66C-4FBC-A7D1-AEADC159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0CE77-ED54-4DD6-9B71-B834E4E5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9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A208C-CF86-4852-93C6-3E12D582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AB33A-6A10-43F9-BE22-0CA3B96FE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38D37-349A-4343-A940-5E5B6A846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FCE77-4DC5-4E93-9DE0-5BC6D0C526A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F73AC-5D71-4C72-9E5E-863193976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74DC8-B3A8-4A31-AD7D-31CCF8E88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51489-C24C-45EE-AC80-03F0EF7D0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5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9C04476-5704-4BCC-9E80-E1440F679915}"/>
              </a:ext>
            </a:extLst>
          </p:cNvPr>
          <p:cNvGrpSpPr/>
          <p:nvPr/>
        </p:nvGrpSpPr>
        <p:grpSpPr>
          <a:xfrm>
            <a:off x="1415054" y="912055"/>
            <a:ext cx="771525" cy="542925"/>
            <a:chOff x="3952980" y="4467018"/>
            <a:chExt cx="771525" cy="54292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12AEC8-7184-4A39-BB7C-C827E300FDA0}"/>
                </a:ext>
              </a:extLst>
            </p:cNvPr>
            <p:cNvGrpSpPr/>
            <p:nvPr/>
          </p:nvGrpSpPr>
          <p:grpSpPr>
            <a:xfrm>
              <a:off x="3952980" y="4467018"/>
              <a:ext cx="771525" cy="542925"/>
              <a:chOff x="4669444" y="4653755"/>
              <a:chExt cx="771525" cy="542925"/>
            </a:xfrm>
          </p:grpSpPr>
          <p:grpSp>
            <p:nvGrpSpPr>
              <p:cNvPr id="17" name="Graphic 4" descr="Diploma">
                <a:extLst>
                  <a:ext uri="{FF2B5EF4-FFF2-40B4-BE49-F238E27FC236}">
                    <a16:creationId xmlns:a16="http://schemas.microsoft.com/office/drawing/2014/main" id="{F41B5E68-1139-4E24-8A07-99A243A8551C}"/>
                  </a:ext>
                </a:extLst>
              </p:cNvPr>
              <p:cNvGrpSpPr/>
              <p:nvPr/>
            </p:nvGrpSpPr>
            <p:grpSpPr>
              <a:xfrm>
                <a:off x="4669444" y="4653755"/>
                <a:ext cx="771525" cy="542925"/>
                <a:chOff x="5707856" y="3155156"/>
                <a:chExt cx="771525" cy="542925"/>
              </a:xfrm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D706F96B-1CB8-43ED-9071-02B976D28A7E}"/>
                    </a:ext>
                  </a:extLst>
                </p:cNvPr>
                <p:cNvSpPr/>
                <p:nvPr/>
              </p:nvSpPr>
              <p:spPr>
                <a:xfrm>
                  <a:off x="5822156" y="3459956"/>
                  <a:ext cx="276225" cy="47625"/>
                </a:xfrm>
                <a:custGeom>
                  <a:avLst/>
                  <a:gdLst>
                    <a:gd name="connsiteX0" fmla="*/ 7144 w 276225"/>
                    <a:gd name="connsiteY0" fmla="*/ 7144 h 47625"/>
                    <a:gd name="connsiteX1" fmla="*/ 273844 w 276225"/>
                    <a:gd name="connsiteY1" fmla="*/ 7144 h 47625"/>
                    <a:gd name="connsiteX2" fmla="*/ 273844 w 276225"/>
                    <a:gd name="connsiteY2" fmla="*/ 45244 h 47625"/>
                    <a:gd name="connsiteX3" fmla="*/ 7144 w 276225"/>
                    <a:gd name="connsiteY3" fmla="*/ 45244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25" h="47625">
                      <a:moveTo>
                        <a:pt x="7144" y="7144"/>
                      </a:moveTo>
                      <a:lnTo>
                        <a:pt x="273844" y="7144"/>
                      </a:lnTo>
                      <a:lnTo>
                        <a:pt x="273844" y="45244"/>
                      </a:lnTo>
                      <a:lnTo>
                        <a:pt x="7144" y="4524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517EBD41-8D2B-48F7-80EC-6F1B2677F3C6}"/>
                    </a:ext>
                  </a:extLst>
                </p:cNvPr>
                <p:cNvSpPr/>
                <p:nvPr/>
              </p:nvSpPr>
              <p:spPr>
                <a:xfrm>
                  <a:off x="5822156" y="3536156"/>
                  <a:ext cx="276225" cy="47625"/>
                </a:xfrm>
                <a:custGeom>
                  <a:avLst/>
                  <a:gdLst>
                    <a:gd name="connsiteX0" fmla="*/ 7144 w 276225"/>
                    <a:gd name="connsiteY0" fmla="*/ 7144 h 47625"/>
                    <a:gd name="connsiteX1" fmla="*/ 273844 w 276225"/>
                    <a:gd name="connsiteY1" fmla="*/ 7144 h 47625"/>
                    <a:gd name="connsiteX2" fmla="*/ 273844 w 276225"/>
                    <a:gd name="connsiteY2" fmla="*/ 45244 h 47625"/>
                    <a:gd name="connsiteX3" fmla="*/ 7144 w 276225"/>
                    <a:gd name="connsiteY3" fmla="*/ 45244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25" h="47625">
                      <a:moveTo>
                        <a:pt x="7144" y="7144"/>
                      </a:moveTo>
                      <a:lnTo>
                        <a:pt x="273844" y="7144"/>
                      </a:lnTo>
                      <a:lnTo>
                        <a:pt x="273844" y="45244"/>
                      </a:lnTo>
                      <a:lnTo>
                        <a:pt x="7144" y="4524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28F36CA-4A9D-436C-8004-788BACACE0A5}"/>
                    </a:ext>
                  </a:extLst>
                </p:cNvPr>
                <p:cNvSpPr/>
                <p:nvPr/>
              </p:nvSpPr>
              <p:spPr>
                <a:xfrm>
                  <a:off x="5707856" y="3155156"/>
                  <a:ext cx="771525" cy="542925"/>
                </a:xfrm>
                <a:custGeom>
                  <a:avLst/>
                  <a:gdLst>
                    <a:gd name="connsiteX0" fmla="*/ 7144 w 771525"/>
                    <a:gd name="connsiteY0" fmla="*/ 540544 h 542925"/>
                    <a:gd name="connsiteX1" fmla="*/ 769144 w 771525"/>
                    <a:gd name="connsiteY1" fmla="*/ 540544 h 542925"/>
                    <a:gd name="connsiteX2" fmla="*/ 769144 w 771525"/>
                    <a:gd name="connsiteY2" fmla="*/ 7144 h 542925"/>
                    <a:gd name="connsiteX3" fmla="*/ 7144 w 771525"/>
                    <a:gd name="connsiteY3" fmla="*/ 7144 h 542925"/>
                    <a:gd name="connsiteX4" fmla="*/ 7144 w 771525"/>
                    <a:gd name="connsiteY4" fmla="*/ 540544 h 542925"/>
                    <a:gd name="connsiteX5" fmla="*/ 711994 w 771525"/>
                    <a:gd name="connsiteY5" fmla="*/ 483394 h 542925"/>
                    <a:gd name="connsiteX6" fmla="*/ 64294 w 771525"/>
                    <a:gd name="connsiteY6" fmla="*/ 483394 h 542925"/>
                    <a:gd name="connsiteX7" fmla="*/ 64294 w 771525"/>
                    <a:gd name="connsiteY7" fmla="*/ 64294 h 542925"/>
                    <a:gd name="connsiteX8" fmla="*/ 711994 w 771525"/>
                    <a:gd name="connsiteY8" fmla="*/ 64294 h 542925"/>
                    <a:gd name="connsiteX9" fmla="*/ 711994 w 771525"/>
                    <a:gd name="connsiteY9" fmla="*/ 483394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525" h="542925">
                      <a:moveTo>
                        <a:pt x="7144" y="540544"/>
                      </a:moveTo>
                      <a:lnTo>
                        <a:pt x="769144" y="540544"/>
                      </a:lnTo>
                      <a:lnTo>
                        <a:pt x="769144" y="7144"/>
                      </a:lnTo>
                      <a:lnTo>
                        <a:pt x="7144" y="7144"/>
                      </a:lnTo>
                      <a:lnTo>
                        <a:pt x="7144" y="540544"/>
                      </a:lnTo>
                      <a:close/>
                      <a:moveTo>
                        <a:pt x="711994" y="483394"/>
                      </a:moveTo>
                      <a:lnTo>
                        <a:pt x="64294" y="483394"/>
                      </a:lnTo>
                      <a:lnTo>
                        <a:pt x="64294" y="64294"/>
                      </a:lnTo>
                      <a:lnTo>
                        <a:pt x="711994" y="64294"/>
                      </a:lnTo>
                      <a:lnTo>
                        <a:pt x="711994" y="483394"/>
                      </a:lnTo>
                      <a:close/>
                    </a:path>
                  </a:pathLst>
                </a:custGeom>
                <a:solidFill>
                  <a:srgbClr val="F29C1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1574AAE7-5F1F-423B-ABF5-A35BE44673BC}"/>
                    </a:ext>
                  </a:extLst>
                </p:cNvPr>
                <p:cNvSpPr/>
                <p:nvPr/>
              </p:nvSpPr>
              <p:spPr>
                <a:xfrm>
                  <a:off x="6207919" y="3445669"/>
                  <a:ext cx="161925" cy="161925"/>
                </a:xfrm>
                <a:custGeom>
                  <a:avLst/>
                  <a:gdLst>
                    <a:gd name="connsiteX0" fmla="*/ 130969 w 161925"/>
                    <a:gd name="connsiteY0" fmla="*/ 52864 h 161925"/>
                    <a:gd name="connsiteX1" fmla="*/ 134779 w 161925"/>
                    <a:gd name="connsiteY1" fmla="*/ 27146 h 161925"/>
                    <a:gd name="connsiteX2" fmla="*/ 110014 w 161925"/>
                    <a:gd name="connsiteY2" fmla="*/ 31909 h 161925"/>
                    <a:gd name="connsiteX3" fmla="*/ 100489 w 161925"/>
                    <a:gd name="connsiteY3" fmla="*/ 7144 h 161925"/>
                    <a:gd name="connsiteX4" fmla="*/ 81439 w 161925"/>
                    <a:gd name="connsiteY4" fmla="*/ 24289 h 161925"/>
                    <a:gd name="connsiteX5" fmla="*/ 61436 w 161925"/>
                    <a:gd name="connsiteY5" fmla="*/ 7144 h 161925"/>
                    <a:gd name="connsiteX6" fmla="*/ 52864 w 161925"/>
                    <a:gd name="connsiteY6" fmla="*/ 31909 h 161925"/>
                    <a:gd name="connsiteX7" fmla="*/ 27146 w 161925"/>
                    <a:gd name="connsiteY7" fmla="*/ 27146 h 161925"/>
                    <a:gd name="connsiteX8" fmla="*/ 31909 w 161925"/>
                    <a:gd name="connsiteY8" fmla="*/ 52864 h 161925"/>
                    <a:gd name="connsiteX9" fmla="*/ 7144 w 161925"/>
                    <a:gd name="connsiteY9" fmla="*/ 61436 h 161925"/>
                    <a:gd name="connsiteX10" fmla="*/ 24289 w 161925"/>
                    <a:gd name="connsiteY10" fmla="*/ 81439 h 161925"/>
                    <a:gd name="connsiteX11" fmla="*/ 7144 w 161925"/>
                    <a:gd name="connsiteY11" fmla="*/ 100489 h 161925"/>
                    <a:gd name="connsiteX12" fmla="*/ 31909 w 161925"/>
                    <a:gd name="connsiteY12" fmla="*/ 110014 h 161925"/>
                    <a:gd name="connsiteX13" fmla="*/ 27146 w 161925"/>
                    <a:gd name="connsiteY13" fmla="*/ 134779 h 161925"/>
                    <a:gd name="connsiteX14" fmla="*/ 52864 w 161925"/>
                    <a:gd name="connsiteY14" fmla="*/ 130969 h 161925"/>
                    <a:gd name="connsiteX15" fmla="*/ 61436 w 161925"/>
                    <a:gd name="connsiteY15" fmla="*/ 154781 h 161925"/>
                    <a:gd name="connsiteX16" fmla="*/ 81439 w 161925"/>
                    <a:gd name="connsiteY16" fmla="*/ 138589 h 161925"/>
                    <a:gd name="connsiteX17" fmla="*/ 100489 w 161925"/>
                    <a:gd name="connsiteY17" fmla="*/ 154781 h 161925"/>
                    <a:gd name="connsiteX18" fmla="*/ 110014 w 161925"/>
                    <a:gd name="connsiteY18" fmla="*/ 130969 h 161925"/>
                    <a:gd name="connsiteX19" fmla="*/ 134779 w 161925"/>
                    <a:gd name="connsiteY19" fmla="*/ 134779 h 161925"/>
                    <a:gd name="connsiteX20" fmla="*/ 130969 w 161925"/>
                    <a:gd name="connsiteY20" fmla="*/ 110014 h 161925"/>
                    <a:gd name="connsiteX21" fmla="*/ 154781 w 161925"/>
                    <a:gd name="connsiteY21" fmla="*/ 100489 h 161925"/>
                    <a:gd name="connsiteX22" fmla="*/ 138589 w 161925"/>
                    <a:gd name="connsiteY22" fmla="*/ 81439 h 161925"/>
                    <a:gd name="connsiteX23" fmla="*/ 154781 w 161925"/>
                    <a:gd name="connsiteY23" fmla="*/ 61436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61925" h="161925">
                      <a:moveTo>
                        <a:pt x="130969" y="52864"/>
                      </a:moveTo>
                      <a:lnTo>
                        <a:pt x="134779" y="27146"/>
                      </a:lnTo>
                      <a:lnTo>
                        <a:pt x="110014" y="31909"/>
                      </a:lnTo>
                      <a:lnTo>
                        <a:pt x="100489" y="7144"/>
                      </a:lnTo>
                      <a:lnTo>
                        <a:pt x="81439" y="24289"/>
                      </a:lnTo>
                      <a:lnTo>
                        <a:pt x="61436" y="7144"/>
                      </a:lnTo>
                      <a:lnTo>
                        <a:pt x="52864" y="31909"/>
                      </a:lnTo>
                      <a:lnTo>
                        <a:pt x="27146" y="27146"/>
                      </a:lnTo>
                      <a:lnTo>
                        <a:pt x="31909" y="52864"/>
                      </a:lnTo>
                      <a:lnTo>
                        <a:pt x="7144" y="61436"/>
                      </a:lnTo>
                      <a:lnTo>
                        <a:pt x="24289" y="81439"/>
                      </a:lnTo>
                      <a:lnTo>
                        <a:pt x="7144" y="100489"/>
                      </a:lnTo>
                      <a:lnTo>
                        <a:pt x="31909" y="110014"/>
                      </a:lnTo>
                      <a:lnTo>
                        <a:pt x="27146" y="134779"/>
                      </a:lnTo>
                      <a:lnTo>
                        <a:pt x="52864" y="130969"/>
                      </a:lnTo>
                      <a:lnTo>
                        <a:pt x="61436" y="154781"/>
                      </a:lnTo>
                      <a:lnTo>
                        <a:pt x="81439" y="138589"/>
                      </a:lnTo>
                      <a:lnTo>
                        <a:pt x="100489" y="154781"/>
                      </a:lnTo>
                      <a:lnTo>
                        <a:pt x="110014" y="130969"/>
                      </a:lnTo>
                      <a:lnTo>
                        <a:pt x="134779" y="134779"/>
                      </a:lnTo>
                      <a:lnTo>
                        <a:pt x="130969" y="110014"/>
                      </a:lnTo>
                      <a:lnTo>
                        <a:pt x="154781" y="100489"/>
                      </a:lnTo>
                      <a:lnTo>
                        <a:pt x="138589" y="81439"/>
                      </a:lnTo>
                      <a:lnTo>
                        <a:pt x="154781" y="6143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4D4C77-D444-43D5-AE94-75E8E27CEDE1}"/>
                  </a:ext>
                </a:extLst>
              </p:cNvPr>
              <p:cNvSpPr txBox="1"/>
              <p:nvPr/>
            </p:nvSpPr>
            <p:spPr>
              <a:xfrm>
                <a:off x="4795359" y="4717453"/>
                <a:ext cx="5196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CVC</a:t>
                </a:r>
                <a:endParaRPr lang="en-US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</p:grpSp>
        <p:sp>
          <p:nvSpPr>
            <p:cNvPr id="54" name="Graphic 23" descr="Checkmark">
              <a:extLst>
                <a:ext uri="{FF2B5EF4-FFF2-40B4-BE49-F238E27FC236}">
                  <a16:creationId xmlns:a16="http://schemas.microsoft.com/office/drawing/2014/main" id="{52D82BD9-F54F-4671-8037-BABC98649115}"/>
                </a:ext>
              </a:extLst>
            </p:cNvPr>
            <p:cNvSpPr>
              <a:spLocks/>
            </p:cNvSpPr>
            <p:nvPr/>
          </p:nvSpPr>
          <p:spPr>
            <a:xfrm>
              <a:off x="4338742" y="4729261"/>
              <a:ext cx="377156" cy="275614"/>
            </a:xfrm>
            <a:custGeom>
              <a:avLst/>
              <a:gdLst>
                <a:gd name="connsiteX0" fmla="*/ 327473 w 377156"/>
                <a:gd name="connsiteY0" fmla="*/ 21759 h 275614"/>
                <a:gd name="connsiteX1" fmla="*/ 141796 w 377156"/>
                <a:gd name="connsiteY1" fmla="*/ 197282 h 275614"/>
                <a:gd name="connsiteX2" fmla="*/ 52584 w 377156"/>
                <a:gd name="connsiteY2" fmla="*/ 105894 h 275614"/>
                <a:gd name="connsiteX3" fmla="*/ 21759 w 377156"/>
                <a:gd name="connsiteY3" fmla="*/ 135268 h 275614"/>
                <a:gd name="connsiteX4" fmla="*/ 140346 w 377156"/>
                <a:gd name="connsiteY4" fmla="*/ 257119 h 275614"/>
                <a:gd name="connsiteX5" fmla="*/ 171533 w 377156"/>
                <a:gd name="connsiteY5" fmla="*/ 228107 h 275614"/>
                <a:gd name="connsiteX6" fmla="*/ 356848 w 377156"/>
                <a:gd name="connsiteY6" fmla="*/ 52222 h 27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7156" h="275614">
                  <a:moveTo>
                    <a:pt x="327473" y="21759"/>
                  </a:moveTo>
                  <a:lnTo>
                    <a:pt x="141796" y="197282"/>
                  </a:lnTo>
                  <a:lnTo>
                    <a:pt x="52584" y="105894"/>
                  </a:lnTo>
                  <a:lnTo>
                    <a:pt x="21759" y="135268"/>
                  </a:lnTo>
                  <a:lnTo>
                    <a:pt x="140346" y="257119"/>
                  </a:lnTo>
                  <a:lnTo>
                    <a:pt x="171533" y="228107"/>
                  </a:lnTo>
                  <a:lnTo>
                    <a:pt x="356848" y="52222"/>
                  </a:lnTo>
                  <a:close/>
                </a:path>
              </a:pathLst>
            </a:custGeom>
            <a:solidFill>
              <a:srgbClr val="00B050"/>
            </a:solidFill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DEFC91-E84E-48ED-8DE8-B874F5B8CE67}"/>
              </a:ext>
            </a:extLst>
          </p:cNvPr>
          <p:cNvGrpSpPr/>
          <p:nvPr/>
        </p:nvGrpSpPr>
        <p:grpSpPr>
          <a:xfrm>
            <a:off x="3827344" y="912053"/>
            <a:ext cx="771525" cy="542925"/>
            <a:chOff x="6365270" y="4452524"/>
            <a:chExt cx="771525" cy="54292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BE85C46-8D98-4A84-BE4E-4A153E7B1A6F}"/>
                </a:ext>
              </a:extLst>
            </p:cNvPr>
            <p:cNvGrpSpPr/>
            <p:nvPr/>
          </p:nvGrpSpPr>
          <p:grpSpPr>
            <a:xfrm>
              <a:off x="6365270" y="4452524"/>
              <a:ext cx="771525" cy="542925"/>
              <a:chOff x="4669444" y="4653755"/>
              <a:chExt cx="771525" cy="542925"/>
            </a:xfrm>
          </p:grpSpPr>
          <p:grpSp>
            <p:nvGrpSpPr>
              <p:cNvPr id="48" name="Graphic 4" descr="Diploma">
                <a:extLst>
                  <a:ext uri="{FF2B5EF4-FFF2-40B4-BE49-F238E27FC236}">
                    <a16:creationId xmlns:a16="http://schemas.microsoft.com/office/drawing/2014/main" id="{1FC09800-8849-497D-B1CE-7991D5A9BC78}"/>
                  </a:ext>
                </a:extLst>
              </p:cNvPr>
              <p:cNvGrpSpPr/>
              <p:nvPr/>
            </p:nvGrpSpPr>
            <p:grpSpPr>
              <a:xfrm>
                <a:off x="4669444" y="4653755"/>
                <a:ext cx="771525" cy="542925"/>
                <a:chOff x="5707856" y="3155156"/>
                <a:chExt cx="771525" cy="542925"/>
              </a:xfrm>
            </p:grpSpPr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C69A4E7F-641F-4757-8648-F1506325B37E}"/>
                    </a:ext>
                  </a:extLst>
                </p:cNvPr>
                <p:cNvSpPr/>
                <p:nvPr/>
              </p:nvSpPr>
              <p:spPr>
                <a:xfrm>
                  <a:off x="5822156" y="3459956"/>
                  <a:ext cx="276225" cy="47625"/>
                </a:xfrm>
                <a:custGeom>
                  <a:avLst/>
                  <a:gdLst>
                    <a:gd name="connsiteX0" fmla="*/ 7144 w 276225"/>
                    <a:gd name="connsiteY0" fmla="*/ 7144 h 47625"/>
                    <a:gd name="connsiteX1" fmla="*/ 273844 w 276225"/>
                    <a:gd name="connsiteY1" fmla="*/ 7144 h 47625"/>
                    <a:gd name="connsiteX2" fmla="*/ 273844 w 276225"/>
                    <a:gd name="connsiteY2" fmla="*/ 45244 h 47625"/>
                    <a:gd name="connsiteX3" fmla="*/ 7144 w 276225"/>
                    <a:gd name="connsiteY3" fmla="*/ 45244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25" h="47625">
                      <a:moveTo>
                        <a:pt x="7144" y="7144"/>
                      </a:moveTo>
                      <a:lnTo>
                        <a:pt x="273844" y="7144"/>
                      </a:lnTo>
                      <a:lnTo>
                        <a:pt x="273844" y="45244"/>
                      </a:lnTo>
                      <a:lnTo>
                        <a:pt x="7144" y="4524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518F7556-F080-4241-8A4B-6FEAB537269A}"/>
                    </a:ext>
                  </a:extLst>
                </p:cNvPr>
                <p:cNvSpPr/>
                <p:nvPr/>
              </p:nvSpPr>
              <p:spPr>
                <a:xfrm>
                  <a:off x="5822156" y="3536156"/>
                  <a:ext cx="276225" cy="47625"/>
                </a:xfrm>
                <a:custGeom>
                  <a:avLst/>
                  <a:gdLst>
                    <a:gd name="connsiteX0" fmla="*/ 7144 w 276225"/>
                    <a:gd name="connsiteY0" fmla="*/ 7144 h 47625"/>
                    <a:gd name="connsiteX1" fmla="*/ 273844 w 276225"/>
                    <a:gd name="connsiteY1" fmla="*/ 7144 h 47625"/>
                    <a:gd name="connsiteX2" fmla="*/ 273844 w 276225"/>
                    <a:gd name="connsiteY2" fmla="*/ 45244 h 47625"/>
                    <a:gd name="connsiteX3" fmla="*/ 7144 w 276225"/>
                    <a:gd name="connsiteY3" fmla="*/ 45244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25" h="47625">
                      <a:moveTo>
                        <a:pt x="7144" y="7144"/>
                      </a:moveTo>
                      <a:lnTo>
                        <a:pt x="273844" y="7144"/>
                      </a:lnTo>
                      <a:lnTo>
                        <a:pt x="273844" y="45244"/>
                      </a:lnTo>
                      <a:lnTo>
                        <a:pt x="7144" y="4524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7925DA7C-87B5-4EC8-AE49-D21E725E3426}"/>
                    </a:ext>
                  </a:extLst>
                </p:cNvPr>
                <p:cNvSpPr/>
                <p:nvPr/>
              </p:nvSpPr>
              <p:spPr>
                <a:xfrm>
                  <a:off x="5707856" y="3155156"/>
                  <a:ext cx="771525" cy="542925"/>
                </a:xfrm>
                <a:custGeom>
                  <a:avLst/>
                  <a:gdLst>
                    <a:gd name="connsiteX0" fmla="*/ 7144 w 771525"/>
                    <a:gd name="connsiteY0" fmla="*/ 540544 h 542925"/>
                    <a:gd name="connsiteX1" fmla="*/ 769144 w 771525"/>
                    <a:gd name="connsiteY1" fmla="*/ 540544 h 542925"/>
                    <a:gd name="connsiteX2" fmla="*/ 769144 w 771525"/>
                    <a:gd name="connsiteY2" fmla="*/ 7144 h 542925"/>
                    <a:gd name="connsiteX3" fmla="*/ 7144 w 771525"/>
                    <a:gd name="connsiteY3" fmla="*/ 7144 h 542925"/>
                    <a:gd name="connsiteX4" fmla="*/ 7144 w 771525"/>
                    <a:gd name="connsiteY4" fmla="*/ 540544 h 542925"/>
                    <a:gd name="connsiteX5" fmla="*/ 711994 w 771525"/>
                    <a:gd name="connsiteY5" fmla="*/ 483394 h 542925"/>
                    <a:gd name="connsiteX6" fmla="*/ 64294 w 771525"/>
                    <a:gd name="connsiteY6" fmla="*/ 483394 h 542925"/>
                    <a:gd name="connsiteX7" fmla="*/ 64294 w 771525"/>
                    <a:gd name="connsiteY7" fmla="*/ 64294 h 542925"/>
                    <a:gd name="connsiteX8" fmla="*/ 711994 w 771525"/>
                    <a:gd name="connsiteY8" fmla="*/ 64294 h 542925"/>
                    <a:gd name="connsiteX9" fmla="*/ 711994 w 771525"/>
                    <a:gd name="connsiteY9" fmla="*/ 483394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525" h="542925">
                      <a:moveTo>
                        <a:pt x="7144" y="540544"/>
                      </a:moveTo>
                      <a:lnTo>
                        <a:pt x="769144" y="540544"/>
                      </a:lnTo>
                      <a:lnTo>
                        <a:pt x="769144" y="7144"/>
                      </a:lnTo>
                      <a:lnTo>
                        <a:pt x="7144" y="7144"/>
                      </a:lnTo>
                      <a:lnTo>
                        <a:pt x="7144" y="540544"/>
                      </a:lnTo>
                      <a:close/>
                      <a:moveTo>
                        <a:pt x="711994" y="483394"/>
                      </a:moveTo>
                      <a:lnTo>
                        <a:pt x="64294" y="483394"/>
                      </a:lnTo>
                      <a:lnTo>
                        <a:pt x="64294" y="64294"/>
                      </a:lnTo>
                      <a:lnTo>
                        <a:pt x="711994" y="64294"/>
                      </a:lnTo>
                      <a:lnTo>
                        <a:pt x="711994" y="483394"/>
                      </a:lnTo>
                      <a:close/>
                    </a:path>
                  </a:pathLst>
                </a:custGeom>
                <a:solidFill>
                  <a:srgbClr val="F29C1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1D92FD8D-60EC-4DB4-B666-E0999EDCE875}"/>
                    </a:ext>
                  </a:extLst>
                </p:cNvPr>
                <p:cNvSpPr/>
                <p:nvPr/>
              </p:nvSpPr>
              <p:spPr>
                <a:xfrm>
                  <a:off x="6207919" y="3445669"/>
                  <a:ext cx="161925" cy="161925"/>
                </a:xfrm>
                <a:custGeom>
                  <a:avLst/>
                  <a:gdLst>
                    <a:gd name="connsiteX0" fmla="*/ 130969 w 161925"/>
                    <a:gd name="connsiteY0" fmla="*/ 52864 h 161925"/>
                    <a:gd name="connsiteX1" fmla="*/ 134779 w 161925"/>
                    <a:gd name="connsiteY1" fmla="*/ 27146 h 161925"/>
                    <a:gd name="connsiteX2" fmla="*/ 110014 w 161925"/>
                    <a:gd name="connsiteY2" fmla="*/ 31909 h 161925"/>
                    <a:gd name="connsiteX3" fmla="*/ 100489 w 161925"/>
                    <a:gd name="connsiteY3" fmla="*/ 7144 h 161925"/>
                    <a:gd name="connsiteX4" fmla="*/ 81439 w 161925"/>
                    <a:gd name="connsiteY4" fmla="*/ 24289 h 161925"/>
                    <a:gd name="connsiteX5" fmla="*/ 61436 w 161925"/>
                    <a:gd name="connsiteY5" fmla="*/ 7144 h 161925"/>
                    <a:gd name="connsiteX6" fmla="*/ 52864 w 161925"/>
                    <a:gd name="connsiteY6" fmla="*/ 31909 h 161925"/>
                    <a:gd name="connsiteX7" fmla="*/ 27146 w 161925"/>
                    <a:gd name="connsiteY7" fmla="*/ 27146 h 161925"/>
                    <a:gd name="connsiteX8" fmla="*/ 31909 w 161925"/>
                    <a:gd name="connsiteY8" fmla="*/ 52864 h 161925"/>
                    <a:gd name="connsiteX9" fmla="*/ 7144 w 161925"/>
                    <a:gd name="connsiteY9" fmla="*/ 61436 h 161925"/>
                    <a:gd name="connsiteX10" fmla="*/ 24289 w 161925"/>
                    <a:gd name="connsiteY10" fmla="*/ 81439 h 161925"/>
                    <a:gd name="connsiteX11" fmla="*/ 7144 w 161925"/>
                    <a:gd name="connsiteY11" fmla="*/ 100489 h 161925"/>
                    <a:gd name="connsiteX12" fmla="*/ 31909 w 161925"/>
                    <a:gd name="connsiteY12" fmla="*/ 110014 h 161925"/>
                    <a:gd name="connsiteX13" fmla="*/ 27146 w 161925"/>
                    <a:gd name="connsiteY13" fmla="*/ 134779 h 161925"/>
                    <a:gd name="connsiteX14" fmla="*/ 52864 w 161925"/>
                    <a:gd name="connsiteY14" fmla="*/ 130969 h 161925"/>
                    <a:gd name="connsiteX15" fmla="*/ 61436 w 161925"/>
                    <a:gd name="connsiteY15" fmla="*/ 154781 h 161925"/>
                    <a:gd name="connsiteX16" fmla="*/ 81439 w 161925"/>
                    <a:gd name="connsiteY16" fmla="*/ 138589 h 161925"/>
                    <a:gd name="connsiteX17" fmla="*/ 100489 w 161925"/>
                    <a:gd name="connsiteY17" fmla="*/ 154781 h 161925"/>
                    <a:gd name="connsiteX18" fmla="*/ 110014 w 161925"/>
                    <a:gd name="connsiteY18" fmla="*/ 130969 h 161925"/>
                    <a:gd name="connsiteX19" fmla="*/ 134779 w 161925"/>
                    <a:gd name="connsiteY19" fmla="*/ 134779 h 161925"/>
                    <a:gd name="connsiteX20" fmla="*/ 130969 w 161925"/>
                    <a:gd name="connsiteY20" fmla="*/ 110014 h 161925"/>
                    <a:gd name="connsiteX21" fmla="*/ 154781 w 161925"/>
                    <a:gd name="connsiteY21" fmla="*/ 100489 h 161925"/>
                    <a:gd name="connsiteX22" fmla="*/ 138589 w 161925"/>
                    <a:gd name="connsiteY22" fmla="*/ 81439 h 161925"/>
                    <a:gd name="connsiteX23" fmla="*/ 154781 w 161925"/>
                    <a:gd name="connsiteY23" fmla="*/ 61436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61925" h="161925">
                      <a:moveTo>
                        <a:pt x="130969" y="52864"/>
                      </a:moveTo>
                      <a:lnTo>
                        <a:pt x="134779" y="27146"/>
                      </a:lnTo>
                      <a:lnTo>
                        <a:pt x="110014" y="31909"/>
                      </a:lnTo>
                      <a:lnTo>
                        <a:pt x="100489" y="7144"/>
                      </a:lnTo>
                      <a:lnTo>
                        <a:pt x="81439" y="24289"/>
                      </a:lnTo>
                      <a:lnTo>
                        <a:pt x="61436" y="7144"/>
                      </a:lnTo>
                      <a:lnTo>
                        <a:pt x="52864" y="31909"/>
                      </a:lnTo>
                      <a:lnTo>
                        <a:pt x="27146" y="27146"/>
                      </a:lnTo>
                      <a:lnTo>
                        <a:pt x="31909" y="52864"/>
                      </a:lnTo>
                      <a:lnTo>
                        <a:pt x="7144" y="61436"/>
                      </a:lnTo>
                      <a:lnTo>
                        <a:pt x="24289" y="81439"/>
                      </a:lnTo>
                      <a:lnTo>
                        <a:pt x="7144" y="100489"/>
                      </a:lnTo>
                      <a:lnTo>
                        <a:pt x="31909" y="110014"/>
                      </a:lnTo>
                      <a:lnTo>
                        <a:pt x="27146" y="134779"/>
                      </a:lnTo>
                      <a:lnTo>
                        <a:pt x="52864" y="130969"/>
                      </a:lnTo>
                      <a:lnTo>
                        <a:pt x="61436" y="154781"/>
                      </a:lnTo>
                      <a:lnTo>
                        <a:pt x="81439" y="138589"/>
                      </a:lnTo>
                      <a:lnTo>
                        <a:pt x="100489" y="154781"/>
                      </a:lnTo>
                      <a:lnTo>
                        <a:pt x="110014" y="130969"/>
                      </a:lnTo>
                      <a:lnTo>
                        <a:pt x="134779" y="134779"/>
                      </a:lnTo>
                      <a:lnTo>
                        <a:pt x="130969" y="110014"/>
                      </a:lnTo>
                      <a:lnTo>
                        <a:pt x="154781" y="100489"/>
                      </a:lnTo>
                      <a:lnTo>
                        <a:pt x="138589" y="81439"/>
                      </a:lnTo>
                      <a:lnTo>
                        <a:pt x="154781" y="61436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D8EA88D-7253-4811-870B-3C66B79BCBB5}"/>
                  </a:ext>
                </a:extLst>
              </p:cNvPr>
              <p:cNvSpPr txBox="1"/>
              <p:nvPr/>
            </p:nvSpPr>
            <p:spPr>
              <a:xfrm>
                <a:off x="4795359" y="4717453"/>
                <a:ext cx="5196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CVC</a:t>
                </a:r>
                <a:endParaRPr lang="en-US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</p:grpSp>
        <p:pic>
          <p:nvPicPr>
            <p:cNvPr id="28" name="Graphic 27" descr="Close">
              <a:extLst>
                <a:ext uri="{FF2B5EF4-FFF2-40B4-BE49-F238E27FC236}">
                  <a16:creationId xmlns:a16="http://schemas.microsoft.com/office/drawing/2014/main" id="{EFC65647-833F-43F5-A666-F87D81726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6756" y="4691392"/>
              <a:ext cx="300038" cy="300038"/>
            </a:xfrm>
            <a:prstGeom prst="rect">
              <a:avLst/>
            </a:prstGeom>
            <a:effectLst/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0014F90-7621-4D4D-867B-5BD03C683ADE}"/>
              </a:ext>
            </a:extLst>
          </p:cNvPr>
          <p:cNvGrpSpPr/>
          <p:nvPr/>
        </p:nvGrpSpPr>
        <p:grpSpPr>
          <a:xfrm>
            <a:off x="1433715" y="1690311"/>
            <a:ext cx="771525" cy="542925"/>
            <a:chOff x="4669444" y="4653755"/>
            <a:chExt cx="771525" cy="542925"/>
          </a:xfrm>
        </p:grpSpPr>
        <p:grpSp>
          <p:nvGrpSpPr>
            <p:cNvPr id="88" name="Graphic 4" descr="Diploma">
              <a:extLst>
                <a:ext uri="{FF2B5EF4-FFF2-40B4-BE49-F238E27FC236}">
                  <a16:creationId xmlns:a16="http://schemas.microsoft.com/office/drawing/2014/main" id="{E2A9B58B-F338-4EB5-A13B-7736B5519367}"/>
                </a:ext>
              </a:extLst>
            </p:cNvPr>
            <p:cNvGrpSpPr/>
            <p:nvPr/>
          </p:nvGrpSpPr>
          <p:grpSpPr>
            <a:xfrm>
              <a:off x="4669444" y="4653755"/>
              <a:ext cx="771525" cy="542925"/>
              <a:chOff x="5707856" y="3155156"/>
              <a:chExt cx="771525" cy="542925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0D12466-922A-4B0D-ADD2-1877F459FE9B}"/>
                  </a:ext>
                </a:extLst>
              </p:cNvPr>
              <p:cNvSpPr/>
              <p:nvPr/>
            </p:nvSpPr>
            <p:spPr>
              <a:xfrm>
                <a:off x="5822156" y="3459956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14666DA-87C5-451B-A09C-46B8D5DDE48A}"/>
                  </a:ext>
                </a:extLst>
              </p:cNvPr>
              <p:cNvSpPr/>
              <p:nvPr/>
            </p:nvSpPr>
            <p:spPr>
              <a:xfrm>
                <a:off x="5822156" y="3536156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E4E744F-62CC-41F4-89A5-18F0BA20B9F0}"/>
                  </a:ext>
                </a:extLst>
              </p:cNvPr>
              <p:cNvSpPr/>
              <p:nvPr/>
            </p:nvSpPr>
            <p:spPr>
              <a:xfrm>
                <a:off x="5707856" y="3155156"/>
                <a:ext cx="771525" cy="542925"/>
              </a:xfrm>
              <a:custGeom>
                <a:avLst/>
                <a:gdLst>
                  <a:gd name="connsiteX0" fmla="*/ 7144 w 771525"/>
                  <a:gd name="connsiteY0" fmla="*/ 540544 h 542925"/>
                  <a:gd name="connsiteX1" fmla="*/ 769144 w 771525"/>
                  <a:gd name="connsiteY1" fmla="*/ 540544 h 542925"/>
                  <a:gd name="connsiteX2" fmla="*/ 769144 w 771525"/>
                  <a:gd name="connsiteY2" fmla="*/ 7144 h 542925"/>
                  <a:gd name="connsiteX3" fmla="*/ 7144 w 771525"/>
                  <a:gd name="connsiteY3" fmla="*/ 7144 h 542925"/>
                  <a:gd name="connsiteX4" fmla="*/ 7144 w 771525"/>
                  <a:gd name="connsiteY4" fmla="*/ 540544 h 542925"/>
                  <a:gd name="connsiteX5" fmla="*/ 711994 w 771525"/>
                  <a:gd name="connsiteY5" fmla="*/ 483394 h 542925"/>
                  <a:gd name="connsiteX6" fmla="*/ 64294 w 771525"/>
                  <a:gd name="connsiteY6" fmla="*/ 483394 h 542925"/>
                  <a:gd name="connsiteX7" fmla="*/ 64294 w 771525"/>
                  <a:gd name="connsiteY7" fmla="*/ 64294 h 542925"/>
                  <a:gd name="connsiteX8" fmla="*/ 711994 w 771525"/>
                  <a:gd name="connsiteY8" fmla="*/ 64294 h 542925"/>
                  <a:gd name="connsiteX9" fmla="*/ 711994 w 771525"/>
                  <a:gd name="connsiteY9" fmla="*/ 483394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71525" h="542925">
                    <a:moveTo>
                      <a:pt x="7144" y="540544"/>
                    </a:moveTo>
                    <a:lnTo>
                      <a:pt x="769144" y="540544"/>
                    </a:lnTo>
                    <a:lnTo>
                      <a:pt x="769144" y="7144"/>
                    </a:lnTo>
                    <a:lnTo>
                      <a:pt x="7144" y="7144"/>
                    </a:lnTo>
                    <a:lnTo>
                      <a:pt x="7144" y="540544"/>
                    </a:lnTo>
                    <a:close/>
                    <a:moveTo>
                      <a:pt x="711994" y="483394"/>
                    </a:moveTo>
                    <a:lnTo>
                      <a:pt x="64294" y="483394"/>
                    </a:lnTo>
                    <a:lnTo>
                      <a:pt x="64294" y="64294"/>
                    </a:lnTo>
                    <a:lnTo>
                      <a:pt x="711994" y="64294"/>
                    </a:lnTo>
                    <a:lnTo>
                      <a:pt x="711994" y="483394"/>
                    </a:lnTo>
                    <a:close/>
                  </a:path>
                </a:pathLst>
              </a:custGeom>
              <a:solidFill>
                <a:srgbClr val="F29C1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BA4C638-0A72-4438-8462-F563A091A463}"/>
                  </a:ext>
                </a:extLst>
              </p:cNvPr>
              <p:cNvSpPr/>
              <p:nvPr/>
            </p:nvSpPr>
            <p:spPr>
              <a:xfrm>
                <a:off x="6207919" y="3445669"/>
                <a:ext cx="161925" cy="161925"/>
              </a:xfrm>
              <a:custGeom>
                <a:avLst/>
                <a:gdLst>
                  <a:gd name="connsiteX0" fmla="*/ 130969 w 161925"/>
                  <a:gd name="connsiteY0" fmla="*/ 52864 h 161925"/>
                  <a:gd name="connsiteX1" fmla="*/ 134779 w 161925"/>
                  <a:gd name="connsiteY1" fmla="*/ 27146 h 161925"/>
                  <a:gd name="connsiteX2" fmla="*/ 110014 w 161925"/>
                  <a:gd name="connsiteY2" fmla="*/ 31909 h 161925"/>
                  <a:gd name="connsiteX3" fmla="*/ 100489 w 161925"/>
                  <a:gd name="connsiteY3" fmla="*/ 7144 h 161925"/>
                  <a:gd name="connsiteX4" fmla="*/ 81439 w 161925"/>
                  <a:gd name="connsiteY4" fmla="*/ 24289 h 161925"/>
                  <a:gd name="connsiteX5" fmla="*/ 61436 w 161925"/>
                  <a:gd name="connsiteY5" fmla="*/ 7144 h 161925"/>
                  <a:gd name="connsiteX6" fmla="*/ 52864 w 161925"/>
                  <a:gd name="connsiteY6" fmla="*/ 31909 h 161925"/>
                  <a:gd name="connsiteX7" fmla="*/ 27146 w 161925"/>
                  <a:gd name="connsiteY7" fmla="*/ 27146 h 161925"/>
                  <a:gd name="connsiteX8" fmla="*/ 31909 w 161925"/>
                  <a:gd name="connsiteY8" fmla="*/ 52864 h 161925"/>
                  <a:gd name="connsiteX9" fmla="*/ 7144 w 161925"/>
                  <a:gd name="connsiteY9" fmla="*/ 61436 h 161925"/>
                  <a:gd name="connsiteX10" fmla="*/ 24289 w 161925"/>
                  <a:gd name="connsiteY10" fmla="*/ 81439 h 161925"/>
                  <a:gd name="connsiteX11" fmla="*/ 7144 w 161925"/>
                  <a:gd name="connsiteY11" fmla="*/ 100489 h 161925"/>
                  <a:gd name="connsiteX12" fmla="*/ 31909 w 161925"/>
                  <a:gd name="connsiteY12" fmla="*/ 110014 h 161925"/>
                  <a:gd name="connsiteX13" fmla="*/ 27146 w 161925"/>
                  <a:gd name="connsiteY13" fmla="*/ 134779 h 161925"/>
                  <a:gd name="connsiteX14" fmla="*/ 52864 w 161925"/>
                  <a:gd name="connsiteY14" fmla="*/ 130969 h 161925"/>
                  <a:gd name="connsiteX15" fmla="*/ 61436 w 161925"/>
                  <a:gd name="connsiteY15" fmla="*/ 154781 h 161925"/>
                  <a:gd name="connsiteX16" fmla="*/ 81439 w 161925"/>
                  <a:gd name="connsiteY16" fmla="*/ 138589 h 161925"/>
                  <a:gd name="connsiteX17" fmla="*/ 100489 w 161925"/>
                  <a:gd name="connsiteY17" fmla="*/ 154781 h 161925"/>
                  <a:gd name="connsiteX18" fmla="*/ 110014 w 161925"/>
                  <a:gd name="connsiteY18" fmla="*/ 130969 h 161925"/>
                  <a:gd name="connsiteX19" fmla="*/ 134779 w 161925"/>
                  <a:gd name="connsiteY19" fmla="*/ 134779 h 161925"/>
                  <a:gd name="connsiteX20" fmla="*/ 130969 w 161925"/>
                  <a:gd name="connsiteY20" fmla="*/ 110014 h 161925"/>
                  <a:gd name="connsiteX21" fmla="*/ 154781 w 161925"/>
                  <a:gd name="connsiteY21" fmla="*/ 100489 h 161925"/>
                  <a:gd name="connsiteX22" fmla="*/ 138589 w 161925"/>
                  <a:gd name="connsiteY22" fmla="*/ 81439 h 161925"/>
                  <a:gd name="connsiteX23" fmla="*/ 154781 w 161925"/>
                  <a:gd name="connsiteY23" fmla="*/ 61436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1925" h="161925">
                    <a:moveTo>
                      <a:pt x="130969" y="52864"/>
                    </a:moveTo>
                    <a:lnTo>
                      <a:pt x="134779" y="27146"/>
                    </a:lnTo>
                    <a:lnTo>
                      <a:pt x="110014" y="31909"/>
                    </a:lnTo>
                    <a:lnTo>
                      <a:pt x="100489" y="7144"/>
                    </a:lnTo>
                    <a:lnTo>
                      <a:pt x="81439" y="24289"/>
                    </a:lnTo>
                    <a:lnTo>
                      <a:pt x="61436" y="7144"/>
                    </a:lnTo>
                    <a:lnTo>
                      <a:pt x="52864" y="31909"/>
                    </a:lnTo>
                    <a:lnTo>
                      <a:pt x="27146" y="27146"/>
                    </a:lnTo>
                    <a:lnTo>
                      <a:pt x="31909" y="52864"/>
                    </a:lnTo>
                    <a:lnTo>
                      <a:pt x="7144" y="61436"/>
                    </a:lnTo>
                    <a:lnTo>
                      <a:pt x="24289" y="81439"/>
                    </a:lnTo>
                    <a:lnTo>
                      <a:pt x="7144" y="100489"/>
                    </a:lnTo>
                    <a:lnTo>
                      <a:pt x="31909" y="110014"/>
                    </a:lnTo>
                    <a:lnTo>
                      <a:pt x="27146" y="134779"/>
                    </a:lnTo>
                    <a:lnTo>
                      <a:pt x="52864" y="130969"/>
                    </a:lnTo>
                    <a:lnTo>
                      <a:pt x="61436" y="154781"/>
                    </a:lnTo>
                    <a:lnTo>
                      <a:pt x="81439" y="138589"/>
                    </a:lnTo>
                    <a:lnTo>
                      <a:pt x="100489" y="154781"/>
                    </a:lnTo>
                    <a:lnTo>
                      <a:pt x="110014" y="130969"/>
                    </a:lnTo>
                    <a:lnTo>
                      <a:pt x="134779" y="134779"/>
                    </a:lnTo>
                    <a:lnTo>
                      <a:pt x="130969" y="110014"/>
                    </a:lnTo>
                    <a:lnTo>
                      <a:pt x="154781" y="100489"/>
                    </a:lnTo>
                    <a:lnTo>
                      <a:pt x="138589" y="81439"/>
                    </a:lnTo>
                    <a:lnTo>
                      <a:pt x="154781" y="61436"/>
                    </a:lnTo>
                    <a:close/>
                  </a:path>
                </a:pathLst>
              </a:custGeom>
              <a:solidFill>
                <a:srgbClr val="FF53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793A752-A489-436E-9DE5-A76537D6B1D3}"/>
                </a:ext>
              </a:extLst>
            </p:cNvPr>
            <p:cNvSpPr txBox="1"/>
            <p:nvPr/>
          </p:nvSpPr>
          <p:spPr>
            <a:xfrm>
              <a:off x="4795359" y="4717453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CVC</a:t>
              </a:r>
              <a:endPara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C1F6EA6-9A25-41C3-A324-62DC28645BB6}"/>
              </a:ext>
            </a:extLst>
          </p:cNvPr>
          <p:cNvGrpSpPr/>
          <p:nvPr/>
        </p:nvGrpSpPr>
        <p:grpSpPr>
          <a:xfrm>
            <a:off x="2528895" y="912054"/>
            <a:ext cx="771525" cy="542925"/>
            <a:chOff x="2528895" y="912054"/>
            <a:chExt cx="771525" cy="54292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9240B9B-718B-4FB9-A8B8-2A4B271E6C24}"/>
                </a:ext>
              </a:extLst>
            </p:cNvPr>
            <p:cNvGrpSpPr/>
            <p:nvPr/>
          </p:nvGrpSpPr>
          <p:grpSpPr>
            <a:xfrm>
              <a:off x="2528895" y="912054"/>
              <a:ext cx="771525" cy="542925"/>
              <a:chOff x="4669444" y="4653755"/>
              <a:chExt cx="771525" cy="542925"/>
            </a:xfrm>
          </p:grpSpPr>
          <p:grpSp>
            <p:nvGrpSpPr>
              <p:cNvPr id="30" name="Graphic 4" descr="Diploma">
                <a:extLst>
                  <a:ext uri="{FF2B5EF4-FFF2-40B4-BE49-F238E27FC236}">
                    <a16:creationId xmlns:a16="http://schemas.microsoft.com/office/drawing/2014/main" id="{2BAF804E-65D0-4A15-B3F4-C520E3F83FA8}"/>
                  </a:ext>
                </a:extLst>
              </p:cNvPr>
              <p:cNvGrpSpPr/>
              <p:nvPr/>
            </p:nvGrpSpPr>
            <p:grpSpPr>
              <a:xfrm>
                <a:off x="4669444" y="4653755"/>
                <a:ext cx="771525" cy="542925"/>
                <a:chOff x="5707856" y="3155156"/>
                <a:chExt cx="771525" cy="542925"/>
              </a:xfrm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08BF1617-0C1E-4576-B816-64A4DBAE6300}"/>
                    </a:ext>
                  </a:extLst>
                </p:cNvPr>
                <p:cNvSpPr/>
                <p:nvPr/>
              </p:nvSpPr>
              <p:spPr>
                <a:xfrm>
                  <a:off x="6207919" y="3445669"/>
                  <a:ext cx="161925" cy="161925"/>
                </a:xfrm>
                <a:custGeom>
                  <a:avLst/>
                  <a:gdLst>
                    <a:gd name="connsiteX0" fmla="*/ 130969 w 161925"/>
                    <a:gd name="connsiteY0" fmla="*/ 52864 h 161925"/>
                    <a:gd name="connsiteX1" fmla="*/ 134779 w 161925"/>
                    <a:gd name="connsiteY1" fmla="*/ 27146 h 161925"/>
                    <a:gd name="connsiteX2" fmla="*/ 110014 w 161925"/>
                    <a:gd name="connsiteY2" fmla="*/ 31909 h 161925"/>
                    <a:gd name="connsiteX3" fmla="*/ 100489 w 161925"/>
                    <a:gd name="connsiteY3" fmla="*/ 7144 h 161925"/>
                    <a:gd name="connsiteX4" fmla="*/ 81439 w 161925"/>
                    <a:gd name="connsiteY4" fmla="*/ 24289 h 161925"/>
                    <a:gd name="connsiteX5" fmla="*/ 61436 w 161925"/>
                    <a:gd name="connsiteY5" fmla="*/ 7144 h 161925"/>
                    <a:gd name="connsiteX6" fmla="*/ 52864 w 161925"/>
                    <a:gd name="connsiteY6" fmla="*/ 31909 h 161925"/>
                    <a:gd name="connsiteX7" fmla="*/ 27146 w 161925"/>
                    <a:gd name="connsiteY7" fmla="*/ 27146 h 161925"/>
                    <a:gd name="connsiteX8" fmla="*/ 31909 w 161925"/>
                    <a:gd name="connsiteY8" fmla="*/ 52864 h 161925"/>
                    <a:gd name="connsiteX9" fmla="*/ 7144 w 161925"/>
                    <a:gd name="connsiteY9" fmla="*/ 61436 h 161925"/>
                    <a:gd name="connsiteX10" fmla="*/ 24289 w 161925"/>
                    <a:gd name="connsiteY10" fmla="*/ 81439 h 161925"/>
                    <a:gd name="connsiteX11" fmla="*/ 7144 w 161925"/>
                    <a:gd name="connsiteY11" fmla="*/ 100489 h 161925"/>
                    <a:gd name="connsiteX12" fmla="*/ 31909 w 161925"/>
                    <a:gd name="connsiteY12" fmla="*/ 110014 h 161925"/>
                    <a:gd name="connsiteX13" fmla="*/ 27146 w 161925"/>
                    <a:gd name="connsiteY13" fmla="*/ 134779 h 161925"/>
                    <a:gd name="connsiteX14" fmla="*/ 52864 w 161925"/>
                    <a:gd name="connsiteY14" fmla="*/ 130969 h 161925"/>
                    <a:gd name="connsiteX15" fmla="*/ 61436 w 161925"/>
                    <a:gd name="connsiteY15" fmla="*/ 154781 h 161925"/>
                    <a:gd name="connsiteX16" fmla="*/ 81439 w 161925"/>
                    <a:gd name="connsiteY16" fmla="*/ 138589 h 161925"/>
                    <a:gd name="connsiteX17" fmla="*/ 100489 w 161925"/>
                    <a:gd name="connsiteY17" fmla="*/ 154781 h 161925"/>
                    <a:gd name="connsiteX18" fmla="*/ 110014 w 161925"/>
                    <a:gd name="connsiteY18" fmla="*/ 130969 h 161925"/>
                    <a:gd name="connsiteX19" fmla="*/ 134779 w 161925"/>
                    <a:gd name="connsiteY19" fmla="*/ 134779 h 161925"/>
                    <a:gd name="connsiteX20" fmla="*/ 130969 w 161925"/>
                    <a:gd name="connsiteY20" fmla="*/ 110014 h 161925"/>
                    <a:gd name="connsiteX21" fmla="*/ 154781 w 161925"/>
                    <a:gd name="connsiteY21" fmla="*/ 100489 h 161925"/>
                    <a:gd name="connsiteX22" fmla="*/ 138589 w 161925"/>
                    <a:gd name="connsiteY22" fmla="*/ 81439 h 161925"/>
                    <a:gd name="connsiteX23" fmla="*/ 154781 w 161925"/>
                    <a:gd name="connsiteY23" fmla="*/ 61436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61925" h="161925">
                      <a:moveTo>
                        <a:pt x="130969" y="52864"/>
                      </a:moveTo>
                      <a:lnTo>
                        <a:pt x="134779" y="27146"/>
                      </a:lnTo>
                      <a:lnTo>
                        <a:pt x="110014" y="31909"/>
                      </a:lnTo>
                      <a:lnTo>
                        <a:pt x="100489" y="7144"/>
                      </a:lnTo>
                      <a:lnTo>
                        <a:pt x="81439" y="24289"/>
                      </a:lnTo>
                      <a:lnTo>
                        <a:pt x="61436" y="7144"/>
                      </a:lnTo>
                      <a:lnTo>
                        <a:pt x="52864" y="31909"/>
                      </a:lnTo>
                      <a:lnTo>
                        <a:pt x="27146" y="27146"/>
                      </a:lnTo>
                      <a:lnTo>
                        <a:pt x="31909" y="52864"/>
                      </a:lnTo>
                      <a:lnTo>
                        <a:pt x="7144" y="61436"/>
                      </a:lnTo>
                      <a:lnTo>
                        <a:pt x="24289" y="81439"/>
                      </a:lnTo>
                      <a:lnTo>
                        <a:pt x="7144" y="100489"/>
                      </a:lnTo>
                      <a:lnTo>
                        <a:pt x="31909" y="110014"/>
                      </a:lnTo>
                      <a:lnTo>
                        <a:pt x="27146" y="134779"/>
                      </a:lnTo>
                      <a:lnTo>
                        <a:pt x="52864" y="130969"/>
                      </a:lnTo>
                      <a:lnTo>
                        <a:pt x="61436" y="154781"/>
                      </a:lnTo>
                      <a:lnTo>
                        <a:pt x="81439" y="138589"/>
                      </a:lnTo>
                      <a:lnTo>
                        <a:pt x="100489" y="154781"/>
                      </a:lnTo>
                      <a:lnTo>
                        <a:pt x="110014" y="130969"/>
                      </a:lnTo>
                      <a:lnTo>
                        <a:pt x="134779" y="134779"/>
                      </a:lnTo>
                      <a:lnTo>
                        <a:pt x="130969" y="110014"/>
                      </a:lnTo>
                      <a:lnTo>
                        <a:pt x="154781" y="100489"/>
                      </a:lnTo>
                      <a:lnTo>
                        <a:pt x="138589" y="81439"/>
                      </a:lnTo>
                      <a:lnTo>
                        <a:pt x="154781" y="61436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8FA4E487-1740-42B3-A3DC-B993E70043F8}"/>
                    </a:ext>
                  </a:extLst>
                </p:cNvPr>
                <p:cNvSpPr/>
                <p:nvPr/>
              </p:nvSpPr>
              <p:spPr>
                <a:xfrm>
                  <a:off x="5822156" y="3459956"/>
                  <a:ext cx="276225" cy="47625"/>
                </a:xfrm>
                <a:custGeom>
                  <a:avLst/>
                  <a:gdLst>
                    <a:gd name="connsiteX0" fmla="*/ 7144 w 276225"/>
                    <a:gd name="connsiteY0" fmla="*/ 7144 h 47625"/>
                    <a:gd name="connsiteX1" fmla="*/ 273844 w 276225"/>
                    <a:gd name="connsiteY1" fmla="*/ 7144 h 47625"/>
                    <a:gd name="connsiteX2" fmla="*/ 273844 w 276225"/>
                    <a:gd name="connsiteY2" fmla="*/ 45244 h 47625"/>
                    <a:gd name="connsiteX3" fmla="*/ 7144 w 276225"/>
                    <a:gd name="connsiteY3" fmla="*/ 45244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25" h="47625">
                      <a:moveTo>
                        <a:pt x="7144" y="7144"/>
                      </a:moveTo>
                      <a:lnTo>
                        <a:pt x="273844" y="7144"/>
                      </a:lnTo>
                      <a:lnTo>
                        <a:pt x="273844" y="45244"/>
                      </a:lnTo>
                      <a:lnTo>
                        <a:pt x="7144" y="4524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5CD21D69-6BDA-4D26-A4B3-E2F310468A3D}"/>
                    </a:ext>
                  </a:extLst>
                </p:cNvPr>
                <p:cNvSpPr/>
                <p:nvPr/>
              </p:nvSpPr>
              <p:spPr>
                <a:xfrm>
                  <a:off x="5822156" y="3536156"/>
                  <a:ext cx="276225" cy="47625"/>
                </a:xfrm>
                <a:custGeom>
                  <a:avLst/>
                  <a:gdLst>
                    <a:gd name="connsiteX0" fmla="*/ 7144 w 276225"/>
                    <a:gd name="connsiteY0" fmla="*/ 7144 h 47625"/>
                    <a:gd name="connsiteX1" fmla="*/ 273844 w 276225"/>
                    <a:gd name="connsiteY1" fmla="*/ 7144 h 47625"/>
                    <a:gd name="connsiteX2" fmla="*/ 273844 w 276225"/>
                    <a:gd name="connsiteY2" fmla="*/ 45244 h 47625"/>
                    <a:gd name="connsiteX3" fmla="*/ 7144 w 276225"/>
                    <a:gd name="connsiteY3" fmla="*/ 45244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25" h="47625">
                      <a:moveTo>
                        <a:pt x="7144" y="7144"/>
                      </a:moveTo>
                      <a:lnTo>
                        <a:pt x="273844" y="7144"/>
                      </a:lnTo>
                      <a:lnTo>
                        <a:pt x="273844" y="45244"/>
                      </a:lnTo>
                      <a:lnTo>
                        <a:pt x="7144" y="4524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694797A5-2524-4038-A74A-CCCA859C6904}"/>
                    </a:ext>
                  </a:extLst>
                </p:cNvPr>
                <p:cNvSpPr/>
                <p:nvPr/>
              </p:nvSpPr>
              <p:spPr>
                <a:xfrm>
                  <a:off x="5707856" y="3155156"/>
                  <a:ext cx="771525" cy="542925"/>
                </a:xfrm>
                <a:custGeom>
                  <a:avLst/>
                  <a:gdLst>
                    <a:gd name="connsiteX0" fmla="*/ 7144 w 771525"/>
                    <a:gd name="connsiteY0" fmla="*/ 540544 h 542925"/>
                    <a:gd name="connsiteX1" fmla="*/ 769144 w 771525"/>
                    <a:gd name="connsiteY1" fmla="*/ 540544 h 542925"/>
                    <a:gd name="connsiteX2" fmla="*/ 769144 w 771525"/>
                    <a:gd name="connsiteY2" fmla="*/ 7144 h 542925"/>
                    <a:gd name="connsiteX3" fmla="*/ 7144 w 771525"/>
                    <a:gd name="connsiteY3" fmla="*/ 7144 h 542925"/>
                    <a:gd name="connsiteX4" fmla="*/ 7144 w 771525"/>
                    <a:gd name="connsiteY4" fmla="*/ 540544 h 542925"/>
                    <a:gd name="connsiteX5" fmla="*/ 711994 w 771525"/>
                    <a:gd name="connsiteY5" fmla="*/ 483394 h 542925"/>
                    <a:gd name="connsiteX6" fmla="*/ 64294 w 771525"/>
                    <a:gd name="connsiteY6" fmla="*/ 483394 h 542925"/>
                    <a:gd name="connsiteX7" fmla="*/ 64294 w 771525"/>
                    <a:gd name="connsiteY7" fmla="*/ 64294 h 542925"/>
                    <a:gd name="connsiteX8" fmla="*/ 711994 w 771525"/>
                    <a:gd name="connsiteY8" fmla="*/ 64294 h 542925"/>
                    <a:gd name="connsiteX9" fmla="*/ 711994 w 771525"/>
                    <a:gd name="connsiteY9" fmla="*/ 483394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525" h="542925">
                      <a:moveTo>
                        <a:pt x="7144" y="540544"/>
                      </a:moveTo>
                      <a:lnTo>
                        <a:pt x="769144" y="540544"/>
                      </a:lnTo>
                      <a:lnTo>
                        <a:pt x="769144" y="7144"/>
                      </a:lnTo>
                      <a:lnTo>
                        <a:pt x="7144" y="7144"/>
                      </a:lnTo>
                      <a:lnTo>
                        <a:pt x="7144" y="540544"/>
                      </a:lnTo>
                      <a:close/>
                      <a:moveTo>
                        <a:pt x="711994" y="483394"/>
                      </a:moveTo>
                      <a:lnTo>
                        <a:pt x="64294" y="483394"/>
                      </a:lnTo>
                      <a:lnTo>
                        <a:pt x="64294" y="64294"/>
                      </a:lnTo>
                      <a:lnTo>
                        <a:pt x="711994" y="64294"/>
                      </a:lnTo>
                      <a:lnTo>
                        <a:pt x="711994" y="483394"/>
                      </a:lnTo>
                      <a:close/>
                    </a:path>
                  </a:pathLst>
                </a:custGeom>
                <a:solidFill>
                  <a:srgbClr val="F29C1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EB1493-2C7F-4955-966D-66E27C3ECABF}"/>
                  </a:ext>
                </a:extLst>
              </p:cNvPr>
              <p:cNvSpPr txBox="1"/>
              <p:nvPr/>
            </p:nvSpPr>
            <p:spPr>
              <a:xfrm>
                <a:off x="4795359" y="4717453"/>
                <a:ext cx="5196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CVC</a:t>
                </a:r>
                <a:endParaRPr lang="en-US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67DB87-1572-4AC9-987D-B98558A1B582}"/>
                </a:ext>
              </a:extLst>
            </p:cNvPr>
            <p:cNvGrpSpPr/>
            <p:nvPr/>
          </p:nvGrpSpPr>
          <p:grpSpPr>
            <a:xfrm>
              <a:off x="3004108" y="1151643"/>
              <a:ext cx="276225" cy="271463"/>
              <a:chOff x="3162307" y="1743477"/>
              <a:chExt cx="276225" cy="271463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6E2BC9-B339-4B34-A66C-4DF323AF2136}"/>
                  </a:ext>
                </a:extLst>
              </p:cNvPr>
              <p:cNvSpPr/>
              <p:nvPr/>
            </p:nvSpPr>
            <p:spPr>
              <a:xfrm>
                <a:off x="3280800" y="1794509"/>
                <a:ext cx="45719" cy="19539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Graphic 25" descr="Warning">
                <a:extLst>
                  <a:ext uri="{FF2B5EF4-FFF2-40B4-BE49-F238E27FC236}">
                    <a16:creationId xmlns:a16="http://schemas.microsoft.com/office/drawing/2014/main" id="{27410760-DCFE-4C12-9749-1E28DBE4060B}"/>
                  </a:ext>
                </a:extLst>
              </p:cNvPr>
              <p:cNvSpPr/>
              <p:nvPr/>
            </p:nvSpPr>
            <p:spPr>
              <a:xfrm>
                <a:off x="3162307" y="1743477"/>
                <a:ext cx="276225" cy="271463"/>
              </a:xfrm>
              <a:custGeom>
                <a:avLst/>
                <a:gdLst>
                  <a:gd name="connsiteX0" fmla="*/ 341544 w 341403"/>
                  <a:gd name="connsiteY0" fmla="*/ 279227 h 301705"/>
                  <a:gd name="connsiteX1" fmla="*/ 186325 w 341403"/>
                  <a:gd name="connsiteY1" fmla="*/ 9279 h 301705"/>
                  <a:gd name="connsiteX2" fmla="*/ 158933 w 341403"/>
                  <a:gd name="connsiteY2" fmla="*/ 9279 h 301705"/>
                  <a:gd name="connsiteX3" fmla="*/ 3316 w 341403"/>
                  <a:gd name="connsiteY3" fmla="*/ 279227 h 301705"/>
                  <a:gd name="connsiteX4" fmla="*/ 17211 w 341403"/>
                  <a:gd name="connsiteY4" fmla="*/ 303046 h 301705"/>
                  <a:gd name="connsiteX5" fmla="*/ 172430 w 341403"/>
                  <a:gd name="connsiteY5" fmla="*/ 303046 h 301705"/>
                  <a:gd name="connsiteX6" fmla="*/ 327650 w 341403"/>
                  <a:gd name="connsiteY6" fmla="*/ 303046 h 301705"/>
                  <a:gd name="connsiteX7" fmla="*/ 341544 w 341403"/>
                  <a:gd name="connsiteY7" fmla="*/ 279227 h 301705"/>
                  <a:gd name="connsiteX8" fmla="*/ 160521 w 341403"/>
                  <a:gd name="connsiteY8" fmla="*/ 72796 h 301705"/>
                  <a:gd name="connsiteX9" fmla="*/ 184340 w 341403"/>
                  <a:gd name="connsiteY9" fmla="*/ 72796 h 301705"/>
                  <a:gd name="connsiteX10" fmla="*/ 184340 w 341403"/>
                  <a:gd name="connsiteY10" fmla="*/ 211740 h 301705"/>
                  <a:gd name="connsiteX11" fmla="*/ 160521 w 341403"/>
                  <a:gd name="connsiteY11" fmla="*/ 211740 h 301705"/>
                  <a:gd name="connsiteX12" fmla="*/ 160521 w 341403"/>
                  <a:gd name="connsiteY12" fmla="*/ 72796 h 301705"/>
                  <a:gd name="connsiteX13" fmla="*/ 172430 w 341403"/>
                  <a:gd name="connsiteY13" fmla="*/ 267317 h 301705"/>
                  <a:gd name="connsiteX14" fmla="*/ 152581 w 341403"/>
                  <a:gd name="connsiteY14" fmla="*/ 247468 h 301705"/>
                  <a:gd name="connsiteX15" fmla="*/ 172430 w 341403"/>
                  <a:gd name="connsiteY15" fmla="*/ 227619 h 301705"/>
                  <a:gd name="connsiteX16" fmla="*/ 192279 w 341403"/>
                  <a:gd name="connsiteY16" fmla="*/ 247468 h 301705"/>
                  <a:gd name="connsiteX17" fmla="*/ 172430 w 341403"/>
                  <a:gd name="connsiteY17" fmla="*/ 267317 h 301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41403" h="301705">
                    <a:moveTo>
                      <a:pt x="341544" y="279227"/>
                    </a:moveTo>
                    <a:lnTo>
                      <a:pt x="186325" y="9279"/>
                    </a:lnTo>
                    <a:cubicBezTo>
                      <a:pt x="180370" y="-1439"/>
                      <a:pt x="164888" y="-1439"/>
                      <a:pt x="158933" y="9279"/>
                    </a:cubicBezTo>
                    <a:lnTo>
                      <a:pt x="3316" y="279227"/>
                    </a:lnTo>
                    <a:cubicBezTo>
                      <a:pt x="-2638" y="289945"/>
                      <a:pt x="4904" y="303046"/>
                      <a:pt x="17211" y="303046"/>
                    </a:cubicBezTo>
                    <a:lnTo>
                      <a:pt x="172430" y="303046"/>
                    </a:lnTo>
                    <a:lnTo>
                      <a:pt x="327650" y="303046"/>
                    </a:lnTo>
                    <a:cubicBezTo>
                      <a:pt x="339956" y="303046"/>
                      <a:pt x="347499" y="289945"/>
                      <a:pt x="341544" y="279227"/>
                    </a:cubicBezTo>
                    <a:close/>
                    <a:moveTo>
                      <a:pt x="160521" y="72796"/>
                    </a:moveTo>
                    <a:lnTo>
                      <a:pt x="184340" y="72796"/>
                    </a:lnTo>
                    <a:lnTo>
                      <a:pt x="184340" y="211740"/>
                    </a:lnTo>
                    <a:lnTo>
                      <a:pt x="160521" y="211740"/>
                    </a:lnTo>
                    <a:lnTo>
                      <a:pt x="160521" y="72796"/>
                    </a:lnTo>
                    <a:close/>
                    <a:moveTo>
                      <a:pt x="172430" y="267317"/>
                    </a:moveTo>
                    <a:cubicBezTo>
                      <a:pt x="161315" y="267317"/>
                      <a:pt x="152581" y="258584"/>
                      <a:pt x="152581" y="247468"/>
                    </a:cubicBezTo>
                    <a:cubicBezTo>
                      <a:pt x="152581" y="236353"/>
                      <a:pt x="161315" y="227619"/>
                      <a:pt x="172430" y="227619"/>
                    </a:cubicBezTo>
                    <a:cubicBezTo>
                      <a:pt x="183546" y="227619"/>
                      <a:pt x="192279" y="236353"/>
                      <a:pt x="192279" y="247468"/>
                    </a:cubicBezTo>
                    <a:cubicBezTo>
                      <a:pt x="192279" y="258584"/>
                      <a:pt x="183546" y="267317"/>
                      <a:pt x="172430" y="267317"/>
                    </a:cubicBezTo>
                    <a:close/>
                  </a:path>
                </a:pathLst>
              </a:custGeom>
              <a:solidFill>
                <a:srgbClr val="FFFF00"/>
              </a:solidFill>
              <a:ln w="3969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24D3780-E1B7-4688-B806-947810B3F00C}"/>
              </a:ext>
            </a:extLst>
          </p:cNvPr>
          <p:cNvGrpSpPr/>
          <p:nvPr/>
        </p:nvGrpSpPr>
        <p:grpSpPr>
          <a:xfrm>
            <a:off x="6835448" y="2660904"/>
            <a:ext cx="771525" cy="768096"/>
            <a:chOff x="1433715" y="1690310"/>
            <a:chExt cx="771525" cy="76809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05449B-F0FD-4BD6-8BC1-B51EF0ECD584}"/>
                </a:ext>
              </a:extLst>
            </p:cNvPr>
            <p:cNvSpPr txBox="1"/>
            <p:nvPr/>
          </p:nvSpPr>
          <p:spPr>
            <a:xfrm>
              <a:off x="1467365" y="1819896"/>
              <a:ext cx="7042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CVC</a:t>
              </a:r>
              <a:endParaRPr lang="en-US" sz="28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100C3B0-A8C4-4B23-AADF-D18A40BF1DD0}"/>
                </a:ext>
              </a:extLst>
            </p:cNvPr>
            <p:cNvSpPr/>
            <p:nvPr/>
          </p:nvSpPr>
          <p:spPr>
            <a:xfrm>
              <a:off x="1548448" y="2145499"/>
              <a:ext cx="276225" cy="47625"/>
            </a:xfrm>
            <a:custGeom>
              <a:avLst/>
              <a:gdLst>
                <a:gd name="connsiteX0" fmla="*/ 7144 w 276225"/>
                <a:gd name="connsiteY0" fmla="*/ 7144 h 47625"/>
                <a:gd name="connsiteX1" fmla="*/ 273844 w 276225"/>
                <a:gd name="connsiteY1" fmla="*/ 7144 h 47625"/>
                <a:gd name="connsiteX2" fmla="*/ 273844 w 276225"/>
                <a:gd name="connsiteY2" fmla="*/ 45244 h 47625"/>
                <a:gd name="connsiteX3" fmla="*/ 7144 w 276225"/>
                <a:gd name="connsiteY3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225" h="47625">
                  <a:moveTo>
                    <a:pt x="7144" y="7144"/>
                  </a:moveTo>
                  <a:lnTo>
                    <a:pt x="273844" y="7144"/>
                  </a:lnTo>
                  <a:lnTo>
                    <a:pt x="273844" y="45244"/>
                  </a:lnTo>
                  <a:lnTo>
                    <a:pt x="7144" y="45244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FAB7268-FB25-4990-93BE-CDDDE8F60EC3}"/>
                </a:ext>
              </a:extLst>
            </p:cNvPr>
            <p:cNvSpPr/>
            <p:nvPr/>
          </p:nvSpPr>
          <p:spPr>
            <a:xfrm>
              <a:off x="1548448" y="2219317"/>
              <a:ext cx="276225" cy="52388"/>
            </a:xfrm>
            <a:custGeom>
              <a:avLst/>
              <a:gdLst>
                <a:gd name="connsiteX0" fmla="*/ 7144 w 276225"/>
                <a:gd name="connsiteY0" fmla="*/ 7144 h 47625"/>
                <a:gd name="connsiteX1" fmla="*/ 273844 w 276225"/>
                <a:gd name="connsiteY1" fmla="*/ 7144 h 47625"/>
                <a:gd name="connsiteX2" fmla="*/ 273844 w 276225"/>
                <a:gd name="connsiteY2" fmla="*/ 45244 h 47625"/>
                <a:gd name="connsiteX3" fmla="*/ 7144 w 276225"/>
                <a:gd name="connsiteY3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225" h="47625">
                  <a:moveTo>
                    <a:pt x="7144" y="7144"/>
                  </a:moveTo>
                  <a:lnTo>
                    <a:pt x="273844" y="7144"/>
                  </a:lnTo>
                  <a:lnTo>
                    <a:pt x="273844" y="45244"/>
                  </a:lnTo>
                  <a:lnTo>
                    <a:pt x="7144" y="45244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62CA8D4-524E-4318-9CC1-EF10B3F96DC6}"/>
                </a:ext>
              </a:extLst>
            </p:cNvPr>
            <p:cNvSpPr/>
            <p:nvPr/>
          </p:nvSpPr>
          <p:spPr>
            <a:xfrm>
              <a:off x="1433715" y="1690310"/>
              <a:ext cx="771525" cy="768096"/>
            </a:xfrm>
            <a:custGeom>
              <a:avLst/>
              <a:gdLst>
                <a:gd name="connsiteX0" fmla="*/ 7144 w 771525"/>
                <a:gd name="connsiteY0" fmla="*/ 540544 h 542925"/>
                <a:gd name="connsiteX1" fmla="*/ 769144 w 771525"/>
                <a:gd name="connsiteY1" fmla="*/ 540544 h 542925"/>
                <a:gd name="connsiteX2" fmla="*/ 769144 w 771525"/>
                <a:gd name="connsiteY2" fmla="*/ 7144 h 542925"/>
                <a:gd name="connsiteX3" fmla="*/ 7144 w 771525"/>
                <a:gd name="connsiteY3" fmla="*/ 7144 h 542925"/>
                <a:gd name="connsiteX4" fmla="*/ 7144 w 771525"/>
                <a:gd name="connsiteY4" fmla="*/ 540544 h 542925"/>
                <a:gd name="connsiteX5" fmla="*/ 711994 w 771525"/>
                <a:gd name="connsiteY5" fmla="*/ 483394 h 542925"/>
                <a:gd name="connsiteX6" fmla="*/ 64294 w 771525"/>
                <a:gd name="connsiteY6" fmla="*/ 483394 h 542925"/>
                <a:gd name="connsiteX7" fmla="*/ 64294 w 771525"/>
                <a:gd name="connsiteY7" fmla="*/ 64294 h 542925"/>
                <a:gd name="connsiteX8" fmla="*/ 711994 w 771525"/>
                <a:gd name="connsiteY8" fmla="*/ 64294 h 542925"/>
                <a:gd name="connsiteX9" fmla="*/ 711994 w 771525"/>
                <a:gd name="connsiteY9" fmla="*/ 48339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1525" h="542925">
                  <a:moveTo>
                    <a:pt x="7144" y="540544"/>
                  </a:moveTo>
                  <a:lnTo>
                    <a:pt x="769144" y="540544"/>
                  </a:lnTo>
                  <a:lnTo>
                    <a:pt x="769144" y="7144"/>
                  </a:lnTo>
                  <a:lnTo>
                    <a:pt x="7144" y="7144"/>
                  </a:lnTo>
                  <a:lnTo>
                    <a:pt x="7144" y="540544"/>
                  </a:lnTo>
                  <a:close/>
                  <a:moveTo>
                    <a:pt x="711994" y="483394"/>
                  </a:moveTo>
                  <a:lnTo>
                    <a:pt x="64294" y="483394"/>
                  </a:lnTo>
                  <a:lnTo>
                    <a:pt x="64294" y="64294"/>
                  </a:lnTo>
                  <a:lnTo>
                    <a:pt x="711994" y="64294"/>
                  </a:lnTo>
                  <a:lnTo>
                    <a:pt x="711994" y="483394"/>
                  </a:lnTo>
                  <a:close/>
                </a:path>
              </a:pathLst>
            </a:custGeom>
            <a:solidFill>
              <a:srgbClr val="F29C1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683065-7294-4FE1-83A0-AC68C076C6F0}"/>
                </a:ext>
              </a:extLst>
            </p:cNvPr>
            <p:cNvSpPr/>
            <p:nvPr/>
          </p:nvSpPr>
          <p:spPr>
            <a:xfrm>
              <a:off x="1880237" y="2089043"/>
              <a:ext cx="256481" cy="256481"/>
            </a:xfrm>
            <a:custGeom>
              <a:avLst/>
              <a:gdLst>
                <a:gd name="connsiteX0" fmla="*/ 130969 w 161925"/>
                <a:gd name="connsiteY0" fmla="*/ 52864 h 161925"/>
                <a:gd name="connsiteX1" fmla="*/ 134779 w 161925"/>
                <a:gd name="connsiteY1" fmla="*/ 27146 h 161925"/>
                <a:gd name="connsiteX2" fmla="*/ 110014 w 161925"/>
                <a:gd name="connsiteY2" fmla="*/ 31909 h 161925"/>
                <a:gd name="connsiteX3" fmla="*/ 100489 w 161925"/>
                <a:gd name="connsiteY3" fmla="*/ 7144 h 161925"/>
                <a:gd name="connsiteX4" fmla="*/ 81439 w 161925"/>
                <a:gd name="connsiteY4" fmla="*/ 24289 h 161925"/>
                <a:gd name="connsiteX5" fmla="*/ 61436 w 161925"/>
                <a:gd name="connsiteY5" fmla="*/ 7144 h 161925"/>
                <a:gd name="connsiteX6" fmla="*/ 52864 w 161925"/>
                <a:gd name="connsiteY6" fmla="*/ 31909 h 161925"/>
                <a:gd name="connsiteX7" fmla="*/ 27146 w 161925"/>
                <a:gd name="connsiteY7" fmla="*/ 27146 h 161925"/>
                <a:gd name="connsiteX8" fmla="*/ 31909 w 161925"/>
                <a:gd name="connsiteY8" fmla="*/ 52864 h 161925"/>
                <a:gd name="connsiteX9" fmla="*/ 7144 w 161925"/>
                <a:gd name="connsiteY9" fmla="*/ 61436 h 161925"/>
                <a:gd name="connsiteX10" fmla="*/ 24289 w 161925"/>
                <a:gd name="connsiteY10" fmla="*/ 81439 h 161925"/>
                <a:gd name="connsiteX11" fmla="*/ 7144 w 161925"/>
                <a:gd name="connsiteY11" fmla="*/ 100489 h 161925"/>
                <a:gd name="connsiteX12" fmla="*/ 31909 w 161925"/>
                <a:gd name="connsiteY12" fmla="*/ 110014 h 161925"/>
                <a:gd name="connsiteX13" fmla="*/ 27146 w 161925"/>
                <a:gd name="connsiteY13" fmla="*/ 134779 h 161925"/>
                <a:gd name="connsiteX14" fmla="*/ 52864 w 161925"/>
                <a:gd name="connsiteY14" fmla="*/ 130969 h 161925"/>
                <a:gd name="connsiteX15" fmla="*/ 61436 w 161925"/>
                <a:gd name="connsiteY15" fmla="*/ 154781 h 161925"/>
                <a:gd name="connsiteX16" fmla="*/ 81439 w 161925"/>
                <a:gd name="connsiteY16" fmla="*/ 138589 h 161925"/>
                <a:gd name="connsiteX17" fmla="*/ 100489 w 161925"/>
                <a:gd name="connsiteY17" fmla="*/ 154781 h 161925"/>
                <a:gd name="connsiteX18" fmla="*/ 110014 w 161925"/>
                <a:gd name="connsiteY18" fmla="*/ 130969 h 161925"/>
                <a:gd name="connsiteX19" fmla="*/ 134779 w 161925"/>
                <a:gd name="connsiteY19" fmla="*/ 134779 h 161925"/>
                <a:gd name="connsiteX20" fmla="*/ 130969 w 161925"/>
                <a:gd name="connsiteY20" fmla="*/ 110014 h 161925"/>
                <a:gd name="connsiteX21" fmla="*/ 154781 w 161925"/>
                <a:gd name="connsiteY21" fmla="*/ 100489 h 161925"/>
                <a:gd name="connsiteX22" fmla="*/ 138589 w 161925"/>
                <a:gd name="connsiteY22" fmla="*/ 81439 h 161925"/>
                <a:gd name="connsiteX23" fmla="*/ 154781 w 161925"/>
                <a:gd name="connsiteY23" fmla="*/ 61436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1925" h="161925">
                  <a:moveTo>
                    <a:pt x="130969" y="52864"/>
                  </a:moveTo>
                  <a:lnTo>
                    <a:pt x="134779" y="27146"/>
                  </a:lnTo>
                  <a:lnTo>
                    <a:pt x="110014" y="31909"/>
                  </a:lnTo>
                  <a:lnTo>
                    <a:pt x="100489" y="7144"/>
                  </a:lnTo>
                  <a:lnTo>
                    <a:pt x="81439" y="24289"/>
                  </a:lnTo>
                  <a:lnTo>
                    <a:pt x="61436" y="7144"/>
                  </a:lnTo>
                  <a:lnTo>
                    <a:pt x="52864" y="31909"/>
                  </a:lnTo>
                  <a:lnTo>
                    <a:pt x="27146" y="27146"/>
                  </a:lnTo>
                  <a:lnTo>
                    <a:pt x="31909" y="52864"/>
                  </a:lnTo>
                  <a:lnTo>
                    <a:pt x="7144" y="61436"/>
                  </a:lnTo>
                  <a:lnTo>
                    <a:pt x="24289" y="81439"/>
                  </a:lnTo>
                  <a:lnTo>
                    <a:pt x="7144" y="100489"/>
                  </a:lnTo>
                  <a:lnTo>
                    <a:pt x="31909" y="110014"/>
                  </a:lnTo>
                  <a:lnTo>
                    <a:pt x="27146" y="134779"/>
                  </a:lnTo>
                  <a:lnTo>
                    <a:pt x="52864" y="130969"/>
                  </a:lnTo>
                  <a:lnTo>
                    <a:pt x="61436" y="154781"/>
                  </a:lnTo>
                  <a:lnTo>
                    <a:pt x="81439" y="138589"/>
                  </a:lnTo>
                  <a:lnTo>
                    <a:pt x="100489" y="154781"/>
                  </a:lnTo>
                  <a:lnTo>
                    <a:pt x="110014" y="130969"/>
                  </a:lnTo>
                  <a:lnTo>
                    <a:pt x="134779" y="134779"/>
                  </a:lnTo>
                  <a:lnTo>
                    <a:pt x="130969" y="110014"/>
                  </a:lnTo>
                  <a:lnTo>
                    <a:pt x="154781" y="100489"/>
                  </a:lnTo>
                  <a:lnTo>
                    <a:pt x="138589" y="81439"/>
                  </a:lnTo>
                  <a:lnTo>
                    <a:pt x="154781" y="61436"/>
                  </a:lnTo>
                  <a:close/>
                </a:path>
              </a:pathLst>
            </a:custGeom>
            <a:solidFill>
              <a:srgbClr val="FF53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9FE4AC-F40D-43CB-A4AF-AF4552AF8801}"/>
                </a:ext>
              </a:extLst>
            </p:cNvPr>
            <p:cNvSpPr/>
            <p:nvPr/>
          </p:nvSpPr>
          <p:spPr>
            <a:xfrm>
              <a:off x="1548446" y="2297899"/>
              <a:ext cx="276225" cy="47625"/>
            </a:xfrm>
            <a:custGeom>
              <a:avLst/>
              <a:gdLst>
                <a:gd name="connsiteX0" fmla="*/ 7144 w 276225"/>
                <a:gd name="connsiteY0" fmla="*/ 7144 h 47625"/>
                <a:gd name="connsiteX1" fmla="*/ 273844 w 276225"/>
                <a:gd name="connsiteY1" fmla="*/ 7144 h 47625"/>
                <a:gd name="connsiteX2" fmla="*/ 273844 w 276225"/>
                <a:gd name="connsiteY2" fmla="*/ 45244 h 47625"/>
                <a:gd name="connsiteX3" fmla="*/ 7144 w 276225"/>
                <a:gd name="connsiteY3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225" h="47625">
                  <a:moveTo>
                    <a:pt x="7144" y="7144"/>
                  </a:moveTo>
                  <a:lnTo>
                    <a:pt x="273844" y="7144"/>
                  </a:lnTo>
                  <a:lnTo>
                    <a:pt x="273844" y="45244"/>
                  </a:lnTo>
                  <a:lnTo>
                    <a:pt x="7144" y="45244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51E7AD4-F471-415D-A66B-880DDD6D4F35}"/>
              </a:ext>
            </a:extLst>
          </p:cNvPr>
          <p:cNvGrpSpPr/>
          <p:nvPr/>
        </p:nvGrpSpPr>
        <p:grpSpPr>
          <a:xfrm>
            <a:off x="6852381" y="3897038"/>
            <a:ext cx="771525" cy="768096"/>
            <a:chOff x="6852381" y="3897038"/>
            <a:chExt cx="771525" cy="76809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AF57B96-A1D8-4864-8FBF-BF605A7318D7}"/>
                </a:ext>
              </a:extLst>
            </p:cNvPr>
            <p:cNvGrpSpPr/>
            <p:nvPr/>
          </p:nvGrpSpPr>
          <p:grpSpPr>
            <a:xfrm>
              <a:off x="6852381" y="3897038"/>
              <a:ext cx="771525" cy="768096"/>
              <a:chOff x="1433715" y="1690310"/>
              <a:chExt cx="771525" cy="768096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A9C2F2E-44A2-48A1-923A-2DAF1DDB5DD7}"/>
                  </a:ext>
                </a:extLst>
              </p:cNvPr>
              <p:cNvSpPr txBox="1"/>
              <p:nvPr/>
            </p:nvSpPr>
            <p:spPr>
              <a:xfrm>
                <a:off x="1467365" y="1819896"/>
                <a:ext cx="7042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CVC</a:t>
                </a:r>
                <a:endParaRPr lang="en-US" sz="2800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74719824-8A86-4EF4-97EC-5E1B5273E89C}"/>
                  </a:ext>
                </a:extLst>
              </p:cNvPr>
              <p:cNvSpPr/>
              <p:nvPr/>
            </p:nvSpPr>
            <p:spPr>
              <a:xfrm>
                <a:off x="1548448" y="2145499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703ECF0-1BF3-41BF-8E19-1D26E87BF3D1}"/>
                  </a:ext>
                </a:extLst>
              </p:cNvPr>
              <p:cNvSpPr/>
              <p:nvPr/>
            </p:nvSpPr>
            <p:spPr>
              <a:xfrm>
                <a:off x="1548448" y="2219317"/>
                <a:ext cx="276225" cy="52388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6E2599A-503A-4011-BC2F-FF91CE4259DE}"/>
                  </a:ext>
                </a:extLst>
              </p:cNvPr>
              <p:cNvSpPr/>
              <p:nvPr/>
            </p:nvSpPr>
            <p:spPr>
              <a:xfrm>
                <a:off x="1433715" y="1690310"/>
                <a:ext cx="771525" cy="768096"/>
              </a:xfrm>
              <a:custGeom>
                <a:avLst/>
                <a:gdLst>
                  <a:gd name="connsiteX0" fmla="*/ 7144 w 771525"/>
                  <a:gd name="connsiteY0" fmla="*/ 540544 h 542925"/>
                  <a:gd name="connsiteX1" fmla="*/ 769144 w 771525"/>
                  <a:gd name="connsiteY1" fmla="*/ 540544 h 542925"/>
                  <a:gd name="connsiteX2" fmla="*/ 769144 w 771525"/>
                  <a:gd name="connsiteY2" fmla="*/ 7144 h 542925"/>
                  <a:gd name="connsiteX3" fmla="*/ 7144 w 771525"/>
                  <a:gd name="connsiteY3" fmla="*/ 7144 h 542925"/>
                  <a:gd name="connsiteX4" fmla="*/ 7144 w 771525"/>
                  <a:gd name="connsiteY4" fmla="*/ 540544 h 542925"/>
                  <a:gd name="connsiteX5" fmla="*/ 711994 w 771525"/>
                  <a:gd name="connsiteY5" fmla="*/ 483394 h 542925"/>
                  <a:gd name="connsiteX6" fmla="*/ 64294 w 771525"/>
                  <a:gd name="connsiteY6" fmla="*/ 483394 h 542925"/>
                  <a:gd name="connsiteX7" fmla="*/ 64294 w 771525"/>
                  <a:gd name="connsiteY7" fmla="*/ 64294 h 542925"/>
                  <a:gd name="connsiteX8" fmla="*/ 711994 w 771525"/>
                  <a:gd name="connsiteY8" fmla="*/ 64294 h 542925"/>
                  <a:gd name="connsiteX9" fmla="*/ 711994 w 771525"/>
                  <a:gd name="connsiteY9" fmla="*/ 483394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71525" h="542925">
                    <a:moveTo>
                      <a:pt x="7144" y="540544"/>
                    </a:moveTo>
                    <a:lnTo>
                      <a:pt x="769144" y="540544"/>
                    </a:lnTo>
                    <a:lnTo>
                      <a:pt x="769144" y="7144"/>
                    </a:lnTo>
                    <a:lnTo>
                      <a:pt x="7144" y="7144"/>
                    </a:lnTo>
                    <a:lnTo>
                      <a:pt x="7144" y="540544"/>
                    </a:lnTo>
                    <a:close/>
                    <a:moveTo>
                      <a:pt x="711994" y="483394"/>
                    </a:moveTo>
                    <a:lnTo>
                      <a:pt x="64294" y="483394"/>
                    </a:lnTo>
                    <a:lnTo>
                      <a:pt x="64294" y="64294"/>
                    </a:lnTo>
                    <a:lnTo>
                      <a:pt x="711994" y="64294"/>
                    </a:lnTo>
                    <a:lnTo>
                      <a:pt x="711994" y="483394"/>
                    </a:lnTo>
                    <a:close/>
                  </a:path>
                </a:pathLst>
              </a:custGeom>
              <a:solidFill>
                <a:srgbClr val="F29C1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F08AF4A-1212-4618-BEF9-2E47789EAA67}"/>
                  </a:ext>
                </a:extLst>
              </p:cNvPr>
              <p:cNvSpPr/>
              <p:nvPr/>
            </p:nvSpPr>
            <p:spPr>
              <a:xfrm>
                <a:off x="1880237" y="2089043"/>
                <a:ext cx="256481" cy="256481"/>
              </a:xfrm>
              <a:custGeom>
                <a:avLst/>
                <a:gdLst>
                  <a:gd name="connsiteX0" fmla="*/ 130969 w 161925"/>
                  <a:gd name="connsiteY0" fmla="*/ 52864 h 161925"/>
                  <a:gd name="connsiteX1" fmla="*/ 134779 w 161925"/>
                  <a:gd name="connsiteY1" fmla="*/ 27146 h 161925"/>
                  <a:gd name="connsiteX2" fmla="*/ 110014 w 161925"/>
                  <a:gd name="connsiteY2" fmla="*/ 31909 h 161925"/>
                  <a:gd name="connsiteX3" fmla="*/ 100489 w 161925"/>
                  <a:gd name="connsiteY3" fmla="*/ 7144 h 161925"/>
                  <a:gd name="connsiteX4" fmla="*/ 81439 w 161925"/>
                  <a:gd name="connsiteY4" fmla="*/ 24289 h 161925"/>
                  <a:gd name="connsiteX5" fmla="*/ 61436 w 161925"/>
                  <a:gd name="connsiteY5" fmla="*/ 7144 h 161925"/>
                  <a:gd name="connsiteX6" fmla="*/ 52864 w 161925"/>
                  <a:gd name="connsiteY6" fmla="*/ 31909 h 161925"/>
                  <a:gd name="connsiteX7" fmla="*/ 27146 w 161925"/>
                  <a:gd name="connsiteY7" fmla="*/ 27146 h 161925"/>
                  <a:gd name="connsiteX8" fmla="*/ 31909 w 161925"/>
                  <a:gd name="connsiteY8" fmla="*/ 52864 h 161925"/>
                  <a:gd name="connsiteX9" fmla="*/ 7144 w 161925"/>
                  <a:gd name="connsiteY9" fmla="*/ 61436 h 161925"/>
                  <a:gd name="connsiteX10" fmla="*/ 24289 w 161925"/>
                  <a:gd name="connsiteY10" fmla="*/ 81439 h 161925"/>
                  <a:gd name="connsiteX11" fmla="*/ 7144 w 161925"/>
                  <a:gd name="connsiteY11" fmla="*/ 100489 h 161925"/>
                  <a:gd name="connsiteX12" fmla="*/ 31909 w 161925"/>
                  <a:gd name="connsiteY12" fmla="*/ 110014 h 161925"/>
                  <a:gd name="connsiteX13" fmla="*/ 27146 w 161925"/>
                  <a:gd name="connsiteY13" fmla="*/ 134779 h 161925"/>
                  <a:gd name="connsiteX14" fmla="*/ 52864 w 161925"/>
                  <a:gd name="connsiteY14" fmla="*/ 130969 h 161925"/>
                  <a:gd name="connsiteX15" fmla="*/ 61436 w 161925"/>
                  <a:gd name="connsiteY15" fmla="*/ 154781 h 161925"/>
                  <a:gd name="connsiteX16" fmla="*/ 81439 w 161925"/>
                  <a:gd name="connsiteY16" fmla="*/ 138589 h 161925"/>
                  <a:gd name="connsiteX17" fmla="*/ 100489 w 161925"/>
                  <a:gd name="connsiteY17" fmla="*/ 154781 h 161925"/>
                  <a:gd name="connsiteX18" fmla="*/ 110014 w 161925"/>
                  <a:gd name="connsiteY18" fmla="*/ 130969 h 161925"/>
                  <a:gd name="connsiteX19" fmla="*/ 134779 w 161925"/>
                  <a:gd name="connsiteY19" fmla="*/ 134779 h 161925"/>
                  <a:gd name="connsiteX20" fmla="*/ 130969 w 161925"/>
                  <a:gd name="connsiteY20" fmla="*/ 110014 h 161925"/>
                  <a:gd name="connsiteX21" fmla="*/ 154781 w 161925"/>
                  <a:gd name="connsiteY21" fmla="*/ 100489 h 161925"/>
                  <a:gd name="connsiteX22" fmla="*/ 138589 w 161925"/>
                  <a:gd name="connsiteY22" fmla="*/ 81439 h 161925"/>
                  <a:gd name="connsiteX23" fmla="*/ 154781 w 161925"/>
                  <a:gd name="connsiteY23" fmla="*/ 61436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1925" h="161925">
                    <a:moveTo>
                      <a:pt x="130969" y="52864"/>
                    </a:moveTo>
                    <a:lnTo>
                      <a:pt x="134779" y="27146"/>
                    </a:lnTo>
                    <a:lnTo>
                      <a:pt x="110014" y="31909"/>
                    </a:lnTo>
                    <a:lnTo>
                      <a:pt x="100489" y="7144"/>
                    </a:lnTo>
                    <a:lnTo>
                      <a:pt x="81439" y="24289"/>
                    </a:lnTo>
                    <a:lnTo>
                      <a:pt x="61436" y="7144"/>
                    </a:lnTo>
                    <a:lnTo>
                      <a:pt x="52864" y="31909"/>
                    </a:lnTo>
                    <a:lnTo>
                      <a:pt x="27146" y="27146"/>
                    </a:lnTo>
                    <a:lnTo>
                      <a:pt x="31909" y="52864"/>
                    </a:lnTo>
                    <a:lnTo>
                      <a:pt x="7144" y="61436"/>
                    </a:lnTo>
                    <a:lnTo>
                      <a:pt x="24289" y="81439"/>
                    </a:lnTo>
                    <a:lnTo>
                      <a:pt x="7144" y="100489"/>
                    </a:lnTo>
                    <a:lnTo>
                      <a:pt x="31909" y="110014"/>
                    </a:lnTo>
                    <a:lnTo>
                      <a:pt x="27146" y="134779"/>
                    </a:lnTo>
                    <a:lnTo>
                      <a:pt x="52864" y="130969"/>
                    </a:lnTo>
                    <a:lnTo>
                      <a:pt x="61436" y="154781"/>
                    </a:lnTo>
                    <a:lnTo>
                      <a:pt x="81439" y="138589"/>
                    </a:lnTo>
                    <a:lnTo>
                      <a:pt x="100489" y="154781"/>
                    </a:lnTo>
                    <a:lnTo>
                      <a:pt x="110014" y="130969"/>
                    </a:lnTo>
                    <a:lnTo>
                      <a:pt x="134779" y="134779"/>
                    </a:lnTo>
                    <a:lnTo>
                      <a:pt x="130969" y="110014"/>
                    </a:lnTo>
                    <a:lnTo>
                      <a:pt x="154781" y="100489"/>
                    </a:lnTo>
                    <a:lnTo>
                      <a:pt x="138589" y="81439"/>
                    </a:lnTo>
                    <a:lnTo>
                      <a:pt x="154781" y="61436"/>
                    </a:lnTo>
                    <a:close/>
                  </a:path>
                </a:pathLst>
              </a:custGeom>
              <a:solidFill>
                <a:srgbClr val="FF53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438516F-0FF5-45C3-A277-05A6791BC25F}"/>
                  </a:ext>
                </a:extLst>
              </p:cNvPr>
              <p:cNvSpPr/>
              <p:nvPr/>
            </p:nvSpPr>
            <p:spPr>
              <a:xfrm>
                <a:off x="1548446" y="2297899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Graphic 23" descr="Checkmark">
              <a:extLst>
                <a:ext uri="{FF2B5EF4-FFF2-40B4-BE49-F238E27FC236}">
                  <a16:creationId xmlns:a16="http://schemas.microsoft.com/office/drawing/2014/main" id="{DAD37AD5-C881-4B6B-A8B8-1AC682B50146}"/>
                </a:ext>
              </a:extLst>
            </p:cNvPr>
            <p:cNvSpPr>
              <a:spLocks/>
            </p:cNvSpPr>
            <p:nvPr/>
          </p:nvSpPr>
          <p:spPr>
            <a:xfrm>
              <a:off x="7218927" y="4352227"/>
              <a:ext cx="377156" cy="275614"/>
            </a:xfrm>
            <a:custGeom>
              <a:avLst/>
              <a:gdLst>
                <a:gd name="connsiteX0" fmla="*/ 327473 w 377156"/>
                <a:gd name="connsiteY0" fmla="*/ 21759 h 275614"/>
                <a:gd name="connsiteX1" fmla="*/ 141796 w 377156"/>
                <a:gd name="connsiteY1" fmla="*/ 197282 h 275614"/>
                <a:gd name="connsiteX2" fmla="*/ 52584 w 377156"/>
                <a:gd name="connsiteY2" fmla="*/ 105894 h 275614"/>
                <a:gd name="connsiteX3" fmla="*/ 21759 w 377156"/>
                <a:gd name="connsiteY3" fmla="*/ 135268 h 275614"/>
                <a:gd name="connsiteX4" fmla="*/ 140346 w 377156"/>
                <a:gd name="connsiteY4" fmla="*/ 257119 h 275614"/>
                <a:gd name="connsiteX5" fmla="*/ 171533 w 377156"/>
                <a:gd name="connsiteY5" fmla="*/ 228107 h 275614"/>
                <a:gd name="connsiteX6" fmla="*/ 356848 w 377156"/>
                <a:gd name="connsiteY6" fmla="*/ 52222 h 27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7156" h="275614">
                  <a:moveTo>
                    <a:pt x="327473" y="21759"/>
                  </a:moveTo>
                  <a:lnTo>
                    <a:pt x="141796" y="197282"/>
                  </a:lnTo>
                  <a:lnTo>
                    <a:pt x="52584" y="105894"/>
                  </a:lnTo>
                  <a:lnTo>
                    <a:pt x="21759" y="135268"/>
                  </a:lnTo>
                  <a:lnTo>
                    <a:pt x="140346" y="257119"/>
                  </a:lnTo>
                  <a:lnTo>
                    <a:pt x="171533" y="228107"/>
                  </a:lnTo>
                  <a:lnTo>
                    <a:pt x="356848" y="52222"/>
                  </a:lnTo>
                  <a:close/>
                </a:path>
              </a:pathLst>
            </a:custGeom>
            <a:solidFill>
              <a:srgbClr val="00B050"/>
            </a:solidFill>
            <a:ln w="762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93120D-3A3E-44B5-91BF-52506992B027}"/>
              </a:ext>
            </a:extLst>
          </p:cNvPr>
          <p:cNvGrpSpPr/>
          <p:nvPr/>
        </p:nvGrpSpPr>
        <p:grpSpPr>
          <a:xfrm>
            <a:off x="8325581" y="3897038"/>
            <a:ext cx="774744" cy="768096"/>
            <a:chOff x="8325581" y="3897038"/>
            <a:chExt cx="774744" cy="7680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4DE79AF-A72B-4AF0-8FB0-83BE9020D47F}"/>
                </a:ext>
              </a:extLst>
            </p:cNvPr>
            <p:cNvGrpSpPr/>
            <p:nvPr/>
          </p:nvGrpSpPr>
          <p:grpSpPr>
            <a:xfrm>
              <a:off x="8325581" y="3897038"/>
              <a:ext cx="771525" cy="768096"/>
              <a:chOff x="1433715" y="1690310"/>
              <a:chExt cx="771525" cy="76809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BF778F6-8E4B-4648-9872-529C5B948C80}"/>
                  </a:ext>
                </a:extLst>
              </p:cNvPr>
              <p:cNvSpPr txBox="1"/>
              <p:nvPr/>
            </p:nvSpPr>
            <p:spPr>
              <a:xfrm>
                <a:off x="1467365" y="1819896"/>
                <a:ext cx="7042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CVC</a:t>
                </a:r>
                <a:endParaRPr lang="en-US" sz="2800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33F6B729-134F-43A8-AC11-9418032F4682}"/>
                  </a:ext>
                </a:extLst>
              </p:cNvPr>
              <p:cNvSpPr/>
              <p:nvPr/>
            </p:nvSpPr>
            <p:spPr>
              <a:xfrm>
                <a:off x="1548448" y="2145499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8FEE574-C864-4189-B1E7-7617F91E77C4}"/>
                  </a:ext>
                </a:extLst>
              </p:cNvPr>
              <p:cNvSpPr/>
              <p:nvPr/>
            </p:nvSpPr>
            <p:spPr>
              <a:xfrm>
                <a:off x="1548448" y="2219317"/>
                <a:ext cx="276225" cy="52388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FF3DF78-85E3-44A4-82F1-2704348321DB}"/>
                  </a:ext>
                </a:extLst>
              </p:cNvPr>
              <p:cNvSpPr/>
              <p:nvPr/>
            </p:nvSpPr>
            <p:spPr>
              <a:xfrm>
                <a:off x="1433715" y="1690310"/>
                <a:ext cx="771525" cy="768096"/>
              </a:xfrm>
              <a:custGeom>
                <a:avLst/>
                <a:gdLst>
                  <a:gd name="connsiteX0" fmla="*/ 7144 w 771525"/>
                  <a:gd name="connsiteY0" fmla="*/ 540544 h 542925"/>
                  <a:gd name="connsiteX1" fmla="*/ 769144 w 771525"/>
                  <a:gd name="connsiteY1" fmla="*/ 540544 h 542925"/>
                  <a:gd name="connsiteX2" fmla="*/ 769144 w 771525"/>
                  <a:gd name="connsiteY2" fmla="*/ 7144 h 542925"/>
                  <a:gd name="connsiteX3" fmla="*/ 7144 w 771525"/>
                  <a:gd name="connsiteY3" fmla="*/ 7144 h 542925"/>
                  <a:gd name="connsiteX4" fmla="*/ 7144 w 771525"/>
                  <a:gd name="connsiteY4" fmla="*/ 540544 h 542925"/>
                  <a:gd name="connsiteX5" fmla="*/ 711994 w 771525"/>
                  <a:gd name="connsiteY5" fmla="*/ 483394 h 542925"/>
                  <a:gd name="connsiteX6" fmla="*/ 64294 w 771525"/>
                  <a:gd name="connsiteY6" fmla="*/ 483394 h 542925"/>
                  <a:gd name="connsiteX7" fmla="*/ 64294 w 771525"/>
                  <a:gd name="connsiteY7" fmla="*/ 64294 h 542925"/>
                  <a:gd name="connsiteX8" fmla="*/ 711994 w 771525"/>
                  <a:gd name="connsiteY8" fmla="*/ 64294 h 542925"/>
                  <a:gd name="connsiteX9" fmla="*/ 711994 w 771525"/>
                  <a:gd name="connsiteY9" fmla="*/ 483394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71525" h="542925">
                    <a:moveTo>
                      <a:pt x="7144" y="540544"/>
                    </a:moveTo>
                    <a:lnTo>
                      <a:pt x="769144" y="540544"/>
                    </a:lnTo>
                    <a:lnTo>
                      <a:pt x="769144" y="7144"/>
                    </a:lnTo>
                    <a:lnTo>
                      <a:pt x="7144" y="7144"/>
                    </a:lnTo>
                    <a:lnTo>
                      <a:pt x="7144" y="540544"/>
                    </a:lnTo>
                    <a:close/>
                    <a:moveTo>
                      <a:pt x="711994" y="483394"/>
                    </a:moveTo>
                    <a:lnTo>
                      <a:pt x="64294" y="483394"/>
                    </a:lnTo>
                    <a:lnTo>
                      <a:pt x="64294" y="64294"/>
                    </a:lnTo>
                    <a:lnTo>
                      <a:pt x="711994" y="64294"/>
                    </a:lnTo>
                    <a:lnTo>
                      <a:pt x="711994" y="483394"/>
                    </a:lnTo>
                    <a:close/>
                  </a:path>
                </a:pathLst>
              </a:custGeom>
              <a:solidFill>
                <a:srgbClr val="F29C1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995169F-C8AD-484F-ACFB-3C878C936F83}"/>
                  </a:ext>
                </a:extLst>
              </p:cNvPr>
              <p:cNvSpPr/>
              <p:nvPr/>
            </p:nvSpPr>
            <p:spPr>
              <a:xfrm>
                <a:off x="1880237" y="2089043"/>
                <a:ext cx="256481" cy="256481"/>
              </a:xfrm>
              <a:custGeom>
                <a:avLst/>
                <a:gdLst>
                  <a:gd name="connsiteX0" fmla="*/ 130969 w 161925"/>
                  <a:gd name="connsiteY0" fmla="*/ 52864 h 161925"/>
                  <a:gd name="connsiteX1" fmla="*/ 134779 w 161925"/>
                  <a:gd name="connsiteY1" fmla="*/ 27146 h 161925"/>
                  <a:gd name="connsiteX2" fmla="*/ 110014 w 161925"/>
                  <a:gd name="connsiteY2" fmla="*/ 31909 h 161925"/>
                  <a:gd name="connsiteX3" fmla="*/ 100489 w 161925"/>
                  <a:gd name="connsiteY3" fmla="*/ 7144 h 161925"/>
                  <a:gd name="connsiteX4" fmla="*/ 81439 w 161925"/>
                  <a:gd name="connsiteY4" fmla="*/ 24289 h 161925"/>
                  <a:gd name="connsiteX5" fmla="*/ 61436 w 161925"/>
                  <a:gd name="connsiteY5" fmla="*/ 7144 h 161925"/>
                  <a:gd name="connsiteX6" fmla="*/ 52864 w 161925"/>
                  <a:gd name="connsiteY6" fmla="*/ 31909 h 161925"/>
                  <a:gd name="connsiteX7" fmla="*/ 27146 w 161925"/>
                  <a:gd name="connsiteY7" fmla="*/ 27146 h 161925"/>
                  <a:gd name="connsiteX8" fmla="*/ 31909 w 161925"/>
                  <a:gd name="connsiteY8" fmla="*/ 52864 h 161925"/>
                  <a:gd name="connsiteX9" fmla="*/ 7144 w 161925"/>
                  <a:gd name="connsiteY9" fmla="*/ 61436 h 161925"/>
                  <a:gd name="connsiteX10" fmla="*/ 24289 w 161925"/>
                  <a:gd name="connsiteY10" fmla="*/ 81439 h 161925"/>
                  <a:gd name="connsiteX11" fmla="*/ 7144 w 161925"/>
                  <a:gd name="connsiteY11" fmla="*/ 100489 h 161925"/>
                  <a:gd name="connsiteX12" fmla="*/ 31909 w 161925"/>
                  <a:gd name="connsiteY12" fmla="*/ 110014 h 161925"/>
                  <a:gd name="connsiteX13" fmla="*/ 27146 w 161925"/>
                  <a:gd name="connsiteY13" fmla="*/ 134779 h 161925"/>
                  <a:gd name="connsiteX14" fmla="*/ 52864 w 161925"/>
                  <a:gd name="connsiteY14" fmla="*/ 130969 h 161925"/>
                  <a:gd name="connsiteX15" fmla="*/ 61436 w 161925"/>
                  <a:gd name="connsiteY15" fmla="*/ 154781 h 161925"/>
                  <a:gd name="connsiteX16" fmla="*/ 81439 w 161925"/>
                  <a:gd name="connsiteY16" fmla="*/ 138589 h 161925"/>
                  <a:gd name="connsiteX17" fmla="*/ 100489 w 161925"/>
                  <a:gd name="connsiteY17" fmla="*/ 154781 h 161925"/>
                  <a:gd name="connsiteX18" fmla="*/ 110014 w 161925"/>
                  <a:gd name="connsiteY18" fmla="*/ 130969 h 161925"/>
                  <a:gd name="connsiteX19" fmla="*/ 134779 w 161925"/>
                  <a:gd name="connsiteY19" fmla="*/ 134779 h 161925"/>
                  <a:gd name="connsiteX20" fmla="*/ 130969 w 161925"/>
                  <a:gd name="connsiteY20" fmla="*/ 110014 h 161925"/>
                  <a:gd name="connsiteX21" fmla="*/ 154781 w 161925"/>
                  <a:gd name="connsiteY21" fmla="*/ 100489 h 161925"/>
                  <a:gd name="connsiteX22" fmla="*/ 138589 w 161925"/>
                  <a:gd name="connsiteY22" fmla="*/ 81439 h 161925"/>
                  <a:gd name="connsiteX23" fmla="*/ 154781 w 161925"/>
                  <a:gd name="connsiteY23" fmla="*/ 61436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1925" h="161925">
                    <a:moveTo>
                      <a:pt x="130969" y="52864"/>
                    </a:moveTo>
                    <a:lnTo>
                      <a:pt x="134779" y="27146"/>
                    </a:lnTo>
                    <a:lnTo>
                      <a:pt x="110014" y="31909"/>
                    </a:lnTo>
                    <a:lnTo>
                      <a:pt x="100489" y="7144"/>
                    </a:lnTo>
                    <a:lnTo>
                      <a:pt x="81439" y="24289"/>
                    </a:lnTo>
                    <a:lnTo>
                      <a:pt x="61436" y="7144"/>
                    </a:lnTo>
                    <a:lnTo>
                      <a:pt x="52864" y="31909"/>
                    </a:lnTo>
                    <a:lnTo>
                      <a:pt x="27146" y="27146"/>
                    </a:lnTo>
                    <a:lnTo>
                      <a:pt x="31909" y="52864"/>
                    </a:lnTo>
                    <a:lnTo>
                      <a:pt x="7144" y="61436"/>
                    </a:lnTo>
                    <a:lnTo>
                      <a:pt x="24289" y="81439"/>
                    </a:lnTo>
                    <a:lnTo>
                      <a:pt x="7144" y="100489"/>
                    </a:lnTo>
                    <a:lnTo>
                      <a:pt x="31909" y="110014"/>
                    </a:lnTo>
                    <a:lnTo>
                      <a:pt x="27146" y="134779"/>
                    </a:lnTo>
                    <a:lnTo>
                      <a:pt x="52864" y="130969"/>
                    </a:lnTo>
                    <a:lnTo>
                      <a:pt x="61436" y="154781"/>
                    </a:lnTo>
                    <a:lnTo>
                      <a:pt x="81439" y="138589"/>
                    </a:lnTo>
                    <a:lnTo>
                      <a:pt x="100489" y="154781"/>
                    </a:lnTo>
                    <a:lnTo>
                      <a:pt x="110014" y="130969"/>
                    </a:lnTo>
                    <a:lnTo>
                      <a:pt x="134779" y="134779"/>
                    </a:lnTo>
                    <a:lnTo>
                      <a:pt x="130969" y="110014"/>
                    </a:lnTo>
                    <a:lnTo>
                      <a:pt x="154781" y="100489"/>
                    </a:lnTo>
                    <a:lnTo>
                      <a:pt x="138589" y="81439"/>
                    </a:lnTo>
                    <a:lnTo>
                      <a:pt x="154781" y="61436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24E0259-EF69-466A-8F2F-848847AE391D}"/>
                  </a:ext>
                </a:extLst>
              </p:cNvPr>
              <p:cNvSpPr/>
              <p:nvPr/>
            </p:nvSpPr>
            <p:spPr>
              <a:xfrm>
                <a:off x="1548446" y="2297899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8" name="Graphic 77" descr="Close">
              <a:extLst>
                <a:ext uri="{FF2B5EF4-FFF2-40B4-BE49-F238E27FC236}">
                  <a16:creationId xmlns:a16="http://schemas.microsoft.com/office/drawing/2014/main" id="{2060C32E-6108-4F5F-9362-6F85A9272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00287" y="4336688"/>
              <a:ext cx="300038" cy="300038"/>
            </a:xfrm>
            <a:prstGeom prst="rect">
              <a:avLst/>
            </a:prstGeom>
            <a:effectLst/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7D19386-A1FE-4347-8666-5209FEAFF0B2}"/>
              </a:ext>
            </a:extLst>
          </p:cNvPr>
          <p:cNvGrpSpPr/>
          <p:nvPr/>
        </p:nvGrpSpPr>
        <p:grpSpPr>
          <a:xfrm>
            <a:off x="8325581" y="2655149"/>
            <a:ext cx="771525" cy="768096"/>
            <a:chOff x="8325581" y="2655149"/>
            <a:chExt cx="771525" cy="76809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56916AD-BC4F-44CD-ACE5-B029C21E2E1F}"/>
                </a:ext>
              </a:extLst>
            </p:cNvPr>
            <p:cNvGrpSpPr/>
            <p:nvPr/>
          </p:nvGrpSpPr>
          <p:grpSpPr>
            <a:xfrm>
              <a:off x="8325581" y="2655149"/>
              <a:ext cx="771525" cy="768096"/>
              <a:chOff x="1433715" y="1690310"/>
              <a:chExt cx="771525" cy="768096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0099325E-8277-4C8B-91C5-A56778A37A56}"/>
                  </a:ext>
                </a:extLst>
              </p:cNvPr>
              <p:cNvSpPr txBox="1"/>
              <p:nvPr/>
            </p:nvSpPr>
            <p:spPr>
              <a:xfrm>
                <a:off x="1467365" y="1819896"/>
                <a:ext cx="7042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Sans Serif Collection" panose="020B0502040504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CVC</a:t>
                </a:r>
                <a:endParaRPr lang="en-US" sz="2800" b="1" dirty="0"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E50A901-9B1B-4510-B951-F4F3E51A7D11}"/>
                  </a:ext>
                </a:extLst>
              </p:cNvPr>
              <p:cNvSpPr/>
              <p:nvPr/>
            </p:nvSpPr>
            <p:spPr>
              <a:xfrm>
                <a:off x="1548448" y="2145499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0E52EF5-3F14-43C3-B224-1F7573378AD2}"/>
                  </a:ext>
                </a:extLst>
              </p:cNvPr>
              <p:cNvSpPr/>
              <p:nvPr/>
            </p:nvSpPr>
            <p:spPr>
              <a:xfrm>
                <a:off x="1548448" y="2219317"/>
                <a:ext cx="276225" cy="52388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7EFDE97-D8E6-49A6-B088-E0EE0E291D03}"/>
                  </a:ext>
                </a:extLst>
              </p:cNvPr>
              <p:cNvSpPr/>
              <p:nvPr/>
            </p:nvSpPr>
            <p:spPr>
              <a:xfrm>
                <a:off x="1433715" y="1690310"/>
                <a:ext cx="771525" cy="768096"/>
              </a:xfrm>
              <a:custGeom>
                <a:avLst/>
                <a:gdLst>
                  <a:gd name="connsiteX0" fmla="*/ 7144 w 771525"/>
                  <a:gd name="connsiteY0" fmla="*/ 540544 h 542925"/>
                  <a:gd name="connsiteX1" fmla="*/ 769144 w 771525"/>
                  <a:gd name="connsiteY1" fmla="*/ 540544 h 542925"/>
                  <a:gd name="connsiteX2" fmla="*/ 769144 w 771525"/>
                  <a:gd name="connsiteY2" fmla="*/ 7144 h 542925"/>
                  <a:gd name="connsiteX3" fmla="*/ 7144 w 771525"/>
                  <a:gd name="connsiteY3" fmla="*/ 7144 h 542925"/>
                  <a:gd name="connsiteX4" fmla="*/ 7144 w 771525"/>
                  <a:gd name="connsiteY4" fmla="*/ 540544 h 542925"/>
                  <a:gd name="connsiteX5" fmla="*/ 711994 w 771525"/>
                  <a:gd name="connsiteY5" fmla="*/ 483394 h 542925"/>
                  <a:gd name="connsiteX6" fmla="*/ 64294 w 771525"/>
                  <a:gd name="connsiteY6" fmla="*/ 483394 h 542925"/>
                  <a:gd name="connsiteX7" fmla="*/ 64294 w 771525"/>
                  <a:gd name="connsiteY7" fmla="*/ 64294 h 542925"/>
                  <a:gd name="connsiteX8" fmla="*/ 711994 w 771525"/>
                  <a:gd name="connsiteY8" fmla="*/ 64294 h 542925"/>
                  <a:gd name="connsiteX9" fmla="*/ 711994 w 771525"/>
                  <a:gd name="connsiteY9" fmla="*/ 483394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71525" h="542925">
                    <a:moveTo>
                      <a:pt x="7144" y="540544"/>
                    </a:moveTo>
                    <a:lnTo>
                      <a:pt x="769144" y="540544"/>
                    </a:lnTo>
                    <a:lnTo>
                      <a:pt x="769144" y="7144"/>
                    </a:lnTo>
                    <a:lnTo>
                      <a:pt x="7144" y="7144"/>
                    </a:lnTo>
                    <a:lnTo>
                      <a:pt x="7144" y="540544"/>
                    </a:lnTo>
                    <a:close/>
                    <a:moveTo>
                      <a:pt x="711994" y="483394"/>
                    </a:moveTo>
                    <a:lnTo>
                      <a:pt x="64294" y="483394"/>
                    </a:lnTo>
                    <a:lnTo>
                      <a:pt x="64294" y="64294"/>
                    </a:lnTo>
                    <a:lnTo>
                      <a:pt x="711994" y="64294"/>
                    </a:lnTo>
                    <a:lnTo>
                      <a:pt x="711994" y="483394"/>
                    </a:lnTo>
                    <a:close/>
                  </a:path>
                </a:pathLst>
              </a:custGeom>
              <a:solidFill>
                <a:srgbClr val="F29C1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9BDEE66-E8D0-4D48-A1CE-885CFA66D956}"/>
                  </a:ext>
                </a:extLst>
              </p:cNvPr>
              <p:cNvSpPr/>
              <p:nvPr/>
            </p:nvSpPr>
            <p:spPr>
              <a:xfrm>
                <a:off x="1880237" y="2089043"/>
                <a:ext cx="256481" cy="256481"/>
              </a:xfrm>
              <a:custGeom>
                <a:avLst/>
                <a:gdLst>
                  <a:gd name="connsiteX0" fmla="*/ 130969 w 161925"/>
                  <a:gd name="connsiteY0" fmla="*/ 52864 h 161925"/>
                  <a:gd name="connsiteX1" fmla="*/ 134779 w 161925"/>
                  <a:gd name="connsiteY1" fmla="*/ 27146 h 161925"/>
                  <a:gd name="connsiteX2" fmla="*/ 110014 w 161925"/>
                  <a:gd name="connsiteY2" fmla="*/ 31909 h 161925"/>
                  <a:gd name="connsiteX3" fmla="*/ 100489 w 161925"/>
                  <a:gd name="connsiteY3" fmla="*/ 7144 h 161925"/>
                  <a:gd name="connsiteX4" fmla="*/ 81439 w 161925"/>
                  <a:gd name="connsiteY4" fmla="*/ 24289 h 161925"/>
                  <a:gd name="connsiteX5" fmla="*/ 61436 w 161925"/>
                  <a:gd name="connsiteY5" fmla="*/ 7144 h 161925"/>
                  <a:gd name="connsiteX6" fmla="*/ 52864 w 161925"/>
                  <a:gd name="connsiteY6" fmla="*/ 31909 h 161925"/>
                  <a:gd name="connsiteX7" fmla="*/ 27146 w 161925"/>
                  <a:gd name="connsiteY7" fmla="*/ 27146 h 161925"/>
                  <a:gd name="connsiteX8" fmla="*/ 31909 w 161925"/>
                  <a:gd name="connsiteY8" fmla="*/ 52864 h 161925"/>
                  <a:gd name="connsiteX9" fmla="*/ 7144 w 161925"/>
                  <a:gd name="connsiteY9" fmla="*/ 61436 h 161925"/>
                  <a:gd name="connsiteX10" fmla="*/ 24289 w 161925"/>
                  <a:gd name="connsiteY10" fmla="*/ 81439 h 161925"/>
                  <a:gd name="connsiteX11" fmla="*/ 7144 w 161925"/>
                  <a:gd name="connsiteY11" fmla="*/ 100489 h 161925"/>
                  <a:gd name="connsiteX12" fmla="*/ 31909 w 161925"/>
                  <a:gd name="connsiteY12" fmla="*/ 110014 h 161925"/>
                  <a:gd name="connsiteX13" fmla="*/ 27146 w 161925"/>
                  <a:gd name="connsiteY13" fmla="*/ 134779 h 161925"/>
                  <a:gd name="connsiteX14" fmla="*/ 52864 w 161925"/>
                  <a:gd name="connsiteY14" fmla="*/ 130969 h 161925"/>
                  <a:gd name="connsiteX15" fmla="*/ 61436 w 161925"/>
                  <a:gd name="connsiteY15" fmla="*/ 154781 h 161925"/>
                  <a:gd name="connsiteX16" fmla="*/ 81439 w 161925"/>
                  <a:gd name="connsiteY16" fmla="*/ 138589 h 161925"/>
                  <a:gd name="connsiteX17" fmla="*/ 100489 w 161925"/>
                  <a:gd name="connsiteY17" fmla="*/ 154781 h 161925"/>
                  <a:gd name="connsiteX18" fmla="*/ 110014 w 161925"/>
                  <a:gd name="connsiteY18" fmla="*/ 130969 h 161925"/>
                  <a:gd name="connsiteX19" fmla="*/ 134779 w 161925"/>
                  <a:gd name="connsiteY19" fmla="*/ 134779 h 161925"/>
                  <a:gd name="connsiteX20" fmla="*/ 130969 w 161925"/>
                  <a:gd name="connsiteY20" fmla="*/ 110014 h 161925"/>
                  <a:gd name="connsiteX21" fmla="*/ 154781 w 161925"/>
                  <a:gd name="connsiteY21" fmla="*/ 100489 h 161925"/>
                  <a:gd name="connsiteX22" fmla="*/ 138589 w 161925"/>
                  <a:gd name="connsiteY22" fmla="*/ 81439 h 161925"/>
                  <a:gd name="connsiteX23" fmla="*/ 154781 w 161925"/>
                  <a:gd name="connsiteY23" fmla="*/ 61436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1925" h="161925">
                    <a:moveTo>
                      <a:pt x="130969" y="52864"/>
                    </a:moveTo>
                    <a:lnTo>
                      <a:pt x="134779" y="27146"/>
                    </a:lnTo>
                    <a:lnTo>
                      <a:pt x="110014" y="31909"/>
                    </a:lnTo>
                    <a:lnTo>
                      <a:pt x="100489" y="7144"/>
                    </a:lnTo>
                    <a:lnTo>
                      <a:pt x="81439" y="24289"/>
                    </a:lnTo>
                    <a:lnTo>
                      <a:pt x="61436" y="7144"/>
                    </a:lnTo>
                    <a:lnTo>
                      <a:pt x="52864" y="31909"/>
                    </a:lnTo>
                    <a:lnTo>
                      <a:pt x="27146" y="27146"/>
                    </a:lnTo>
                    <a:lnTo>
                      <a:pt x="31909" y="52864"/>
                    </a:lnTo>
                    <a:lnTo>
                      <a:pt x="7144" y="61436"/>
                    </a:lnTo>
                    <a:lnTo>
                      <a:pt x="24289" y="81439"/>
                    </a:lnTo>
                    <a:lnTo>
                      <a:pt x="7144" y="100489"/>
                    </a:lnTo>
                    <a:lnTo>
                      <a:pt x="31909" y="110014"/>
                    </a:lnTo>
                    <a:lnTo>
                      <a:pt x="27146" y="134779"/>
                    </a:lnTo>
                    <a:lnTo>
                      <a:pt x="52864" y="130969"/>
                    </a:lnTo>
                    <a:lnTo>
                      <a:pt x="61436" y="154781"/>
                    </a:lnTo>
                    <a:lnTo>
                      <a:pt x="81439" y="138589"/>
                    </a:lnTo>
                    <a:lnTo>
                      <a:pt x="100489" y="154781"/>
                    </a:lnTo>
                    <a:lnTo>
                      <a:pt x="110014" y="130969"/>
                    </a:lnTo>
                    <a:lnTo>
                      <a:pt x="134779" y="134779"/>
                    </a:lnTo>
                    <a:lnTo>
                      <a:pt x="130969" y="110014"/>
                    </a:lnTo>
                    <a:lnTo>
                      <a:pt x="154781" y="100489"/>
                    </a:lnTo>
                    <a:lnTo>
                      <a:pt x="138589" y="81439"/>
                    </a:lnTo>
                    <a:lnTo>
                      <a:pt x="154781" y="61436"/>
                    </a:lnTo>
                    <a:close/>
                  </a:path>
                </a:pathLst>
              </a:custGeom>
              <a:solidFill>
                <a:srgbClr val="FF53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E3E63DC-8486-41B9-B92D-CE7B88877263}"/>
                  </a:ext>
                </a:extLst>
              </p:cNvPr>
              <p:cNvSpPr/>
              <p:nvPr/>
            </p:nvSpPr>
            <p:spPr>
              <a:xfrm>
                <a:off x="1548446" y="2297899"/>
                <a:ext cx="276225" cy="47625"/>
              </a:xfrm>
              <a:custGeom>
                <a:avLst/>
                <a:gdLst>
                  <a:gd name="connsiteX0" fmla="*/ 7144 w 276225"/>
                  <a:gd name="connsiteY0" fmla="*/ 7144 h 47625"/>
                  <a:gd name="connsiteX1" fmla="*/ 273844 w 276225"/>
                  <a:gd name="connsiteY1" fmla="*/ 7144 h 47625"/>
                  <a:gd name="connsiteX2" fmla="*/ 273844 w 276225"/>
                  <a:gd name="connsiteY2" fmla="*/ 45244 h 47625"/>
                  <a:gd name="connsiteX3" fmla="*/ 7144 w 276225"/>
                  <a:gd name="connsiteY3" fmla="*/ 4524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225" h="47625">
                    <a:moveTo>
                      <a:pt x="7144" y="7144"/>
                    </a:moveTo>
                    <a:lnTo>
                      <a:pt x="273844" y="7144"/>
                    </a:lnTo>
                    <a:lnTo>
                      <a:pt x="273844" y="45244"/>
                    </a:lnTo>
                    <a:lnTo>
                      <a:pt x="7144" y="4524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6006889-16D6-4FD5-8856-5E1F3CF6CFC0}"/>
                </a:ext>
              </a:extLst>
            </p:cNvPr>
            <p:cNvSpPr/>
            <p:nvPr/>
          </p:nvSpPr>
          <p:spPr>
            <a:xfrm>
              <a:off x="8915146" y="3165039"/>
              <a:ext cx="45719" cy="1953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Graphic 25" descr="Warning">
              <a:extLst>
                <a:ext uri="{FF2B5EF4-FFF2-40B4-BE49-F238E27FC236}">
                  <a16:creationId xmlns:a16="http://schemas.microsoft.com/office/drawing/2014/main" id="{2108F5EA-C7E9-4FA0-9270-A9392BD09878}"/>
                </a:ext>
              </a:extLst>
            </p:cNvPr>
            <p:cNvSpPr/>
            <p:nvPr/>
          </p:nvSpPr>
          <p:spPr>
            <a:xfrm>
              <a:off x="8799894" y="3105555"/>
              <a:ext cx="276225" cy="271463"/>
            </a:xfrm>
            <a:custGeom>
              <a:avLst/>
              <a:gdLst>
                <a:gd name="connsiteX0" fmla="*/ 341544 w 341403"/>
                <a:gd name="connsiteY0" fmla="*/ 279227 h 301705"/>
                <a:gd name="connsiteX1" fmla="*/ 186325 w 341403"/>
                <a:gd name="connsiteY1" fmla="*/ 9279 h 301705"/>
                <a:gd name="connsiteX2" fmla="*/ 158933 w 341403"/>
                <a:gd name="connsiteY2" fmla="*/ 9279 h 301705"/>
                <a:gd name="connsiteX3" fmla="*/ 3316 w 341403"/>
                <a:gd name="connsiteY3" fmla="*/ 279227 h 301705"/>
                <a:gd name="connsiteX4" fmla="*/ 17211 w 341403"/>
                <a:gd name="connsiteY4" fmla="*/ 303046 h 301705"/>
                <a:gd name="connsiteX5" fmla="*/ 172430 w 341403"/>
                <a:gd name="connsiteY5" fmla="*/ 303046 h 301705"/>
                <a:gd name="connsiteX6" fmla="*/ 327650 w 341403"/>
                <a:gd name="connsiteY6" fmla="*/ 303046 h 301705"/>
                <a:gd name="connsiteX7" fmla="*/ 341544 w 341403"/>
                <a:gd name="connsiteY7" fmla="*/ 279227 h 301705"/>
                <a:gd name="connsiteX8" fmla="*/ 160521 w 341403"/>
                <a:gd name="connsiteY8" fmla="*/ 72796 h 301705"/>
                <a:gd name="connsiteX9" fmla="*/ 184340 w 341403"/>
                <a:gd name="connsiteY9" fmla="*/ 72796 h 301705"/>
                <a:gd name="connsiteX10" fmla="*/ 184340 w 341403"/>
                <a:gd name="connsiteY10" fmla="*/ 211740 h 301705"/>
                <a:gd name="connsiteX11" fmla="*/ 160521 w 341403"/>
                <a:gd name="connsiteY11" fmla="*/ 211740 h 301705"/>
                <a:gd name="connsiteX12" fmla="*/ 160521 w 341403"/>
                <a:gd name="connsiteY12" fmla="*/ 72796 h 301705"/>
                <a:gd name="connsiteX13" fmla="*/ 172430 w 341403"/>
                <a:gd name="connsiteY13" fmla="*/ 267317 h 301705"/>
                <a:gd name="connsiteX14" fmla="*/ 152581 w 341403"/>
                <a:gd name="connsiteY14" fmla="*/ 247468 h 301705"/>
                <a:gd name="connsiteX15" fmla="*/ 172430 w 341403"/>
                <a:gd name="connsiteY15" fmla="*/ 227619 h 301705"/>
                <a:gd name="connsiteX16" fmla="*/ 192279 w 341403"/>
                <a:gd name="connsiteY16" fmla="*/ 247468 h 301705"/>
                <a:gd name="connsiteX17" fmla="*/ 172430 w 341403"/>
                <a:gd name="connsiteY17" fmla="*/ 267317 h 30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41403" h="301705">
                  <a:moveTo>
                    <a:pt x="341544" y="279227"/>
                  </a:moveTo>
                  <a:lnTo>
                    <a:pt x="186325" y="9279"/>
                  </a:lnTo>
                  <a:cubicBezTo>
                    <a:pt x="180370" y="-1439"/>
                    <a:pt x="164888" y="-1439"/>
                    <a:pt x="158933" y="9279"/>
                  </a:cubicBezTo>
                  <a:lnTo>
                    <a:pt x="3316" y="279227"/>
                  </a:lnTo>
                  <a:cubicBezTo>
                    <a:pt x="-2638" y="289945"/>
                    <a:pt x="4904" y="303046"/>
                    <a:pt x="17211" y="303046"/>
                  </a:cubicBezTo>
                  <a:lnTo>
                    <a:pt x="172430" y="303046"/>
                  </a:lnTo>
                  <a:lnTo>
                    <a:pt x="327650" y="303046"/>
                  </a:lnTo>
                  <a:cubicBezTo>
                    <a:pt x="339956" y="303046"/>
                    <a:pt x="347499" y="289945"/>
                    <a:pt x="341544" y="279227"/>
                  </a:cubicBezTo>
                  <a:close/>
                  <a:moveTo>
                    <a:pt x="160521" y="72796"/>
                  </a:moveTo>
                  <a:lnTo>
                    <a:pt x="184340" y="72796"/>
                  </a:lnTo>
                  <a:lnTo>
                    <a:pt x="184340" y="211740"/>
                  </a:lnTo>
                  <a:lnTo>
                    <a:pt x="160521" y="211740"/>
                  </a:lnTo>
                  <a:lnTo>
                    <a:pt x="160521" y="72796"/>
                  </a:lnTo>
                  <a:close/>
                  <a:moveTo>
                    <a:pt x="172430" y="267317"/>
                  </a:moveTo>
                  <a:cubicBezTo>
                    <a:pt x="161315" y="267317"/>
                    <a:pt x="152581" y="258584"/>
                    <a:pt x="152581" y="247468"/>
                  </a:cubicBezTo>
                  <a:cubicBezTo>
                    <a:pt x="152581" y="236353"/>
                    <a:pt x="161315" y="227619"/>
                    <a:pt x="172430" y="227619"/>
                  </a:cubicBezTo>
                  <a:cubicBezTo>
                    <a:pt x="183546" y="227619"/>
                    <a:pt x="192279" y="236353"/>
                    <a:pt x="192279" y="247468"/>
                  </a:cubicBezTo>
                  <a:cubicBezTo>
                    <a:pt x="192279" y="258584"/>
                    <a:pt x="183546" y="267317"/>
                    <a:pt x="172430" y="267317"/>
                  </a:cubicBezTo>
                  <a:close/>
                </a:path>
              </a:pathLst>
            </a:custGeom>
            <a:solidFill>
              <a:srgbClr val="FFFF00"/>
            </a:solidFill>
            <a:ln w="3969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094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Sans Serif Collection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Moieen Abbas</dc:creator>
  <cp:lastModifiedBy>Moieen Abbas</cp:lastModifiedBy>
  <cp:revision>9</cp:revision>
  <dcterms:created xsi:type="dcterms:W3CDTF">2026-01-15T07:48:06Z</dcterms:created>
  <dcterms:modified xsi:type="dcterms:W3CDTF">2026-03-09T11:48:23Z</dcterms:modified>
</cp:coreProperties>
</file>